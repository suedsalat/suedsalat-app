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024"/>
    <a:srgbClr val="77B538"/>
    <a:srgbClr val="E2D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3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-318" y="-5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FF0F26-9323-4627-866D-76B1663A0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4D6A609-95FB-402D-AD21-DE20B1264C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C3F4AF-F75F-420E-AFC5-593218BE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C3B8-EF35-4B9A-9411-10E3432CAE72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2045A0-0104-4EFE-B705-3456BF8BC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83C952-2320-4AF5-B0E2-ED1D52ED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F0315-F4C4-4193-879E-3C9B3DE4F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4785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6BCEB5-F4D7-482F-B4FD-BF62D9534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A280E9-AAE1-4D3D-B66B-283A867D7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D3DCEB-5681-4C4C-83CE-46765C9E1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C3B8-EF35-4B9A-9411-10E3432CAE72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584097-7B5A-4B98-A045-DD4356EFE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4749A64-3583-4EF5-80A0-DE6DEFC9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F0315-F4C4-4193-879E-3C9B3DE4F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818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ABE7F8-3E57-45C4-8CED-AF0C5BDD6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7920DA-E016-4A35-B5B0-3036AC9C7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9AE7CE-08B0-46D8-B5D6-C196F10B0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C3B8-EF35-4B9A-9411-10E3432CAE72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37140C-0BE1-4EC9-8F8E-D834C4B74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C777EF7-A835-412F-9A8E-B9E77A2B9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F0315-F4C4-4193-879E-3C9B3DE4F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6746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796C39-5F68-436F-A336-B86F111FE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65183A-E310-421B-904C-24319665A7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E36713-B204-4F06-8569-7A4274EFD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2709E86-3F9E-4180-8AD6-3B7361F83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C3B8-EF35-4B9A-9411-10E3432CAE72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49D2686-1326-4D74-A0D4-9A0391732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7CB87B-F9F2-4E4D-A99C-F4AB30B1B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F0315-F4C4-4193-879E-3C9B3DE4F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1159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C1CFA0-EFC6-4924-AF9C-DAD4172D2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1AC3F3-0D83-4C53-901B-17E7C330A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F5A746-1978-4154-AD93-EB92AA12E6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6F96F6F-F1B1-4FC1-BC85-EC1C7718B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866F860-96B8-4DF7-AAFF-06DCCC78C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BFB6F13-ED4D-4EC5-BF8C-0A88985C5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C3B8-EF35-4B9A-9411-10E3432CAE72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D2D08D5-B3E6-4CE0-B936-D1693C997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07406C2-7A0D-4B63-94AA-93D91DCD4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F0315-F4C4-4193-879E-3C9B3DE4F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729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A09DD7-16BF-4223-B7CC-02A65514A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FCA1F7D-319D-4575-B0C4-1D56AFFB8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C3B8-EF35-4B9A-9411-10E3432CAE72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AA03352-287A-4D1C-8BBD-1E3B909FF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D88917-871B-4D67-A053-8393408D8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F0315-F4C4-4193-879E-3C9B3DE4F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683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EBE7D3A-53B9-4337-AC3F-BDF953502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C3B8-EF35-4B9A-9411-10E3432CAE72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BB43DC3-5B93-4FFF-9364-DC49D73E7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0B80EC6-6DF9-463C-B0EA-459FB14A3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F0315-F4C4-4193-879E-3C9B3DE4F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154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E1EB9A1-937A-47C9-BA79-7DB169643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4DE3C01-F327-431F-820F-72A526572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A2B0286-6E4E-4704-8DA7-E9A0765579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26A7EB0-3B6E-44E4-AAAA-E4AC72695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C3B8-EF35-4B9A-9411-10E3432CAE72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30ADD20-0956-4C5A-81A0-18957070C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D1651F-C077-46D5-A745-63EBE3CD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F0315-F4C4-4193-879E-3C9B3DE4F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3785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55377F-3883-4C02-82E0-05113A0E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D4FE540-8A83-4DF7-8FD3-25B04E5BA0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DA2C078-8D8D-4E0A-85F4-9D01ADCD75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729EE11-FCCF-4A40-A0B3-87347C079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C3B8-EF35-4B9A-9411-10E3432CAE72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AE48AF3-5000-436F-BAE7-115A36B5F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8FF2EB5-BF98-4642-BC55-E5C270EC9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F0315-F4C4-4193-879E-3C9B3DE4F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06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CA1544-9032-49B2-B990-5EFB90758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AFF791-6652-433B-8ADC-483D02C8F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D216748-68D8-4824-8BAE-01E3E17EC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C3B8-EF35-4B9A-9411-10E3432CAE72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243BDDE-2CCC-4606-8EDD-B8FE11C75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3895FE-4201-419B-A367-95A215D18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F0315-F4C4-4193-879E-3C9B3DE4F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9154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9522121-AD5E-4F39-9B17-66FC04D044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9A10C52-CC8B-442D-A6D4-0F9AFD849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9AB3CD-196A-42D5-96E1-64B9A9CE1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9C3B8-EF35-4B9A-9411-10E3432CAE72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D05CFC-9238-4CF4-B175-F4FC4E1F5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F16343-FEA8-40EC-A77F-46400567E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F0315-F4C4-4193-879E-3C9B3DE4F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9282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4BBAFB7-0A3B-4C51-8272-87F4E2F45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9E3782-B999-4575-9D6F-0873C8CB3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5A7210D-5E0B-44B0-8CC8-03348C5F56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9C3B8-EF35-4B9A-9411-10E3432CAE72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27A743-07B6-4B7D-A03A-E90A183AF3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53D84B3-868B-4DF5-9385-40D448FFF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F0315-F4C4-4193-879E-3C9B3DE4F78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4345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56BD8BAE-C872-44A1-951B-314898A068FA}"/>
              </a:ext>
            </a:extLst>
          </p:cNvPr>
          <p:cNvGrpSpPr/>
          <p:nvPr/>
        </p:nvGrpSpPr>
        <p:grpSpPr>
          <a:xfrm>
            <a:off x="3733800" y="1104900"/>
            <a:ext cx="4724400" cy="4817547"/>
            <a:chOff x="3733800" y="1104900"/>
            <a:chExt cx="4724400" cy="4817547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B8048226-E422-4D7C-8B9A-35019B952955}"/>
                </a:ext>
              </a:extLst>
            </p:cNvPr>
            <p:cNvSpPr/>
            <p:nvPr/>
          </p:nvSpPr>
          <p:spPr>
            <a:xfrm>
              <a:off x="3733800" y="2727960"/>
              <a:ext cx="4724400" cy="3086100"/>
            </a:xfrm>
            <a:prstGeom prst="rect">
              <a:avLst/>
            </a:prstGeom>
            <a:solidFill>
              <a:srgbClr val="E2DDBF"/>
            </a:solidFill>
            <a:ln w="165100">
              <a:solidFill>
                <a:srgbClr val="10202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038394A0-E110-400E-A0C6-934F07192E7C}"/>
                </a:ext>
              </a:extLst>
            </p:cNvPr>
            <p:cNvSpPr/>
            <p:nvPr/>
          </p:nvSpPr>
          <p:spPr>
            <a:xfrm>
              <a:off x="3733800" y="1104900"/>
              <a:ext cx="4724400" cy="1620000"/>
            </a:xfrm>
            <a:prstGeom prst="trapezoid">
              <a:avLst>
                <a:gd name="adj" fmla="val 38901"/>
              </a:avLst>
            </a:prstGeom>
            <a:solidFill>
              <a:srgbClr val="E2DDBF"/>
            </a:solidFill>
            <a:ln w="165100">
              <a:solidFill>
                <a:srgbClr val="10202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echteck: abgerundete Ecken 5">
              <a:extLst>
                <a:ext uri="{FF2B5EF4-FFF2-40B4-BE49-F238E27FC236}">
                  <a16:creationId xmlns:a16="http://schemas.microsoft.com/office/drawing/2014/main" id="{ABA910B5-C61F-42E9-942E-1B072011B70B}"/>
                </a:ext>
              </a:extLst>
            </p:cNvPr>
            <p:cNvSpPr/>
            <p:nvPr/>
          </p:nvSpPr>
          <p:spPr>
            <a:xfrm>
              <a:off x="5273040" y="3329940"/>
              <a:ext cx="1653540" cy="518160"/>
            </a:xfrm>
            <a:prstGeom prst="roundRect">
              <a:avLst>
                <a:gd name="adj" fmla="val 50000"/>
              </a:avLst>
            </a:prstGeom>
            <a:solidFill>
              <a:srgbClr val="77B538"/>
            </a:solidFill>
            <a:ln w="165100">
              <a:solidFill>
                <a:srgbClr val="1020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ECA00312-4D06-4376-BE73-C79360FA5A6B}"/>
                </a:ext>
              </a:extLst>
            </p:cNvPr>
            <p:cNvSpPr/>
            <p:nvPr/>
          </p:nvSpPr>
          <p:spPr>
            <a:xfrm>
              <a:off x="4282440" y="2346960"/>
              <a:ext cx="3627120" cy="381000"/>
            </a:xfrm>
            <a:prstGeom prst="rect">
              <a:avLst/>
            </a:prstGeom>
            <a:solidFill>
              <a:srgbClr val="77B538"/>
            </a:solidFill>
            <a:ln w="165100">
              <a:solidFill>
                <a:srgbClr val="10202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F441E0D2-B795-40A8-AA51-F94EDD41792A}"/>
                </a:ext>
              </a:extLst>
            </p:cNvPr>
            <p:cNvSpPr/>
            <p:nvPr/>
          </p:nvSpPr>
          <p:spPr>
            <a:xfrm>
              <a:off x="4625340" y="2034540"/>
              <a:ext cx="2926080" cy="312420"/>
            </a:xfrm>
            <a:prstGeom prst="rect">
              <a:avLst/>
            </a:prstGeom>
            <a:solidFill>
              <a:srgbClr val="77B538"/>
            </a:solidFill>
            <a:ln w="165100">
              <a:solidFill>
                <a:srgbClr val="10202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1A6B8B99-C687-47CE-ACD4-9F21996A7979}"/>
                </a:ext>
              </a:extLst>
            </p:cNvPr>
            <p:cNvSpPr/>
            <p:nvPr/>
          </p:nvSpPr>
          <p:spPr>
            <a:xfrm>
              <a:off x="4800600" y="1722120"/>
              <a:ext cx="2583180" cy="312420"/>
            </a:xfrm>
            <a:prstGeom prst="rect">
              <a:avLst/>
            </a:prstGeom>
            <a:solidFill>
              <a:srgbClr val="77B538"/>
            </a:solidFill>
            <a:ln w="165100">
              <a:solidFill>
                <a:srgbClr val="102024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3" name="Grafik 12">
              <a:extLst>
                <a:ext uri="{FF2B5EF4-FFF2-40B4-BE49-F238E27FC236}">
                  <a16:creationId xmlns:a16="http://schemas.microsoft.com/office/drawing/2014/main" id="{04B8D630-5371-4743-A8C2-72C2549BD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89481" y="3709408"/>
              <a:ext cx="2213039" cy="22130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803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Thorsten Koch</dc:creator>
  <cp:lastModifiedBy>Thorsten Koch</cp:lastModifiedBy>
  <cp:revision>5</cp:revision>
  <dcterms:created xsi:type="dcterms:W3CDTF">2026-01-08T19:15:30Z</dcterms:created>
  <dcterms:modified xsi:type="dcterms:W3CDTF">2026-01-08T20:04:32Z</dcterms:modified>
</cp:coreProperties>
</file>