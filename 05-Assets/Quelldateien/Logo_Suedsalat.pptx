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4" r:id="rId3"/>
    <p:sldId id="265" r:id="rId4"/>
    <p:sldId id="263" r:id="rId5"/>
    <p:sldId id="256" r:id="rId6"/>
    <p:sldId id="257" r:id="rId7"/>
    <p:sldId id="260" r:id="rId8"/>
    <p:sldId id="258" r:id="rId9"/>
    <p:sldId id="261" r:id="rId10"/>
    <p:sldId id="259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D2B5"/>
    <a:srgbClr val="006039"/>
    <a:srgbClr val="79CB73"/>
    <a:srgbClr val="77B538"/>
    <a:srgbClr val="102024"/>
    <a:srgbClr val="E2D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0075C4-4FC0-4B38-BD84-14130632A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305B37-70C3-4E64-9BF3-8680E6C4C4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B977443-48BE-4BB4-B54D-7AEF397C0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7BE1BE-1013-4BA6-826E-FA1FEC56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A95C2C-92CB-4122-BF5C-0444F14CE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030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93C3D-9D37-4652-9447-501EA1B82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0E0CC4-4298-4C58-A3F2-8EB107A69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901FD0-B9AC-4804-A1D5-44AFF5FCA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805A9E-4A4A-40BD-A0F5-AEC20D1B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A2E8E1-0955-4464-93B2-D50B386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8447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EDBE2-BBCB-469B-9192-2EE3393D9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7DAE6C1-2B81-417C-859C-83FDC2098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655540-29A4-49F5-8AB8-48E260ACA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90C97A6-ECC8-4C55-BCF1-31D7001FA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434A3B-4376-4442-AAE5-CE98F496B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03384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979D0-9691-42E0-BBF9-A719250AE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E3E580-B797-402C-A519-B7EBE34D6E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4103BC0-E802-4109-9A2B-87304B9893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B49660-4AB5-466A-B398-757BA6C1C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91B560-7DC4-4454-9F4B-8E049896C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00D13EB-C001-46FB-B4FA-DFFF3062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3580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D6F371-F672-4DDB-8153-7B77E639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A0CFFB2-5519-4C23-9B7B-5D26889B2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35EB611-AF61-428B-BADD-603502D102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B8CDB0-F2DE-4C0E-AD85-3B27FAF0B9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E5E804F-88DD-4287-AEED-A08FF9D70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E9B5BC6-D19C-4789-B1A1-20514DEE8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AFB5DCC-8B79-4F19-8E77-48BF65845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88E35A8-B90D-4989-8991-6D6AF8779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6394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6D78FE-6C21-4630-841D-AACD93C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FC83576-C03A-4BAF-909E-88AFABACE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2AA818-4424-44D5-903E-64EBD974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C57BA6-2325-4CFB-AAE7-246D0AE83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8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10714EE-98E5-46AB-A713-C8D58C6D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4487D6-C8B5-431B-979C-44499D1E2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D22C7D-FE30-4AFB-A825-34CF2EEA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580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47D60-BEDC-4729-A3B5-620A5B81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FCFE13E-0B1C-4BB2-8708-58068097C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ABD4B8-3EA1-4C57-9564-3A2411A90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924854-144F-4609-9446-BF12E133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675680-846E-4A5B-8EB6-788D2E04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C59EEE-4AEF-4FA0-BB8A-EC198BF3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8031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72FD50-1DB9-480B-8825-093B0712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96ACFE5-A2E9-4A43-829A-D7CFA3160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1AECDC7-C290-4A72-AB3A-EBA7EEFFF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DF25745-FC03-44CD-A7D9-B9F3933DB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8FB697-A94D-4EFD-8EAF-E3108F52D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A487AD1-4300-4894-A8F8-68B393DB0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001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110A80-8281-4727-B465-C69D1C7B6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5A970E8-94D1-46B5-A4DB-036A0B97C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02D883-A9BA-4E5D-855B-A6A26BF5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127DE1-92AC-4C06-87B2-47940C7DE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21AA7B-0BE6-49A9-8383-D2197F780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958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9546A71-6CC8-4DFD-ADE0-A6DDDB2AC3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05DE63E-9087-4881-B870-90D93F054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48464E-9662-4304-AF29-F8B815488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8FB4749-3514-4031-9429-70AB35447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AA3330-6248-4D2C-8CAE-57B4F3E7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6173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5897BA3-14E1-4279-A5E4-C7C9842D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C12C5D-68CB-4EC4-9846-A23C5E9F57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3937FDD-E106-48E6-874F-659DE237C5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29F5D-1213-42FA-A175-AD9381781491}" type="datetimeFigureOut">
              <a:rPr lang="de-DE" smtClean="0"/>
              <a:t>18.03.2026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59B62B-6A6A-4DF3-B02C-DA9E4EBC94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B0E329-78BD-4962-B67F-06ABE9BC6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F801DE-70BD-42CB-B585-C91DEA93C36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3324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2856000" y="142874"/>
            <a:ext cx="6480000" cy="648000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A4546A-46AF-4880-B339-5FCD28E5481F}"/>
              </a:ext>
            </a:extLst>
          </p:cNvPr>
          <p:cNvSpPr/>
          <p:nvPr/>
        </p:nvSpPr>
        <p:spPr>
          <a:xfrm>
            <a:off x="2856000" y="4032069"/>
            <a:ext cx="6480000" cy="2220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8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SÜDSAL</a:t>
            </a:r>
            <a:r>
              <a:rPr lang="de-DE" sz="16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de-DE" sz="98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AT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4050" dirty="0">
                <a:solidFill>
                  <a:srgbClr val="102024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THEMEN AUS DEM LEBEN</a:t>
            </a:r>
          </a:p>
        </p:txBody>
      </p:sp>
      <p:sp>
        <p:nvSpPr>
          <p:cNvPr id="3" name="Flussdiagramm: Grenzstelle 2">
            <a:extLst>
              <a:ext uri="{FF2B5EF4-FFF2-40B4-BE49-F238E27FC236}">
                <a16:creationId xmlns:a16="http://schemas.microsoft.com/office/drawing/2014/main" id="{203778D9-979D-49C6-A295-F4A6B983999E}"/>
              </a:ext>
            </a:extLst>
          </p:cNvPr>
          <p:cNvSpPr/>
          <p:nvPr/>
        </p:nvSpPr>
        <p:spPr>
          <a:xfrm rot="16200000">
            <a:off x="5246671" y="1798621"/>
            <a:ext cx="1685958" cy="10414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998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866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6"/>
              <a:gd name="connsiteY0" fmla="*/ 0 h 21600"/>
              <a:gd name="connsiteX1" fmla="*/ 18125 w 26986"/>
              <a:gd name="connsiteY1" fmla="*/ 0 h 21600"/>
              <a:gd name="connsiteX2" fmla="*/ 26985 w 26986"/>
              <a:gd name="connsiteY2" fmla="*/ 10866 h 21600"/>
              <a:gd name="connsiteX3" fmla="*/ 18125 w 26986"/>
              <a:gd name="connsiteY3" fmla="*/ 21600 h 21600"/>
              <a:gd name="connsiteX4" fmla="*/ 3475 w 26986"/>
              <a:gd name="connsiteY4" fmla="*/ 21600 h 21600"/>
              <a:gd name="connsiteX5" fmla="*/ 0 w 26986"/>
              <a:gd name="connsiteY5" fmla="*/ 10800 h 21600"/>
              <a:gd name="connsiteX6" fmla="*/ 3475 w 26986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8150 w 31661"/>
              <a:gd name="connsiteY0" fmla="*/ 0 h 21600"/>
              <a:gd name="connsiteX1" fmla="*/ 22800 w 31661"/>
              <a:gd name="connsiteY1" fmla="*/ 0 h 21600"/>
              <a:gd name="connsiteX2" fmla="*/ 31660 w 31661"/>
              <a:gd name="connsiteY2" fmla="*/ 10866 h 21600"/>
              <a:gd name="connsiteX3" fmla="*/ 22800 w 31661"/>
              <a:gd name="connsiteY3" fmla="*/ 21600 h 21600"/>
              <a:gd name="connsiteX4" fmla="*/ 8150 w 31661"/>
              <a:gd name="connsiteY4" fmla="*/ 21600 h 21600"/>
              <a:gd name="connsiteX5" fmla="*/ 0 w 31661"/>
              <a:gd name="connsiteY5" fmla="*/ 10931 h 21600"/>
              <a:gd name="connsiteX6" fmla="*/ 8150 w 31661"/>
              <a:gd name="connsiteY6" fmla="*/ 0 h 21600"/>
              <a:gd name="connsiteX0" fmla="*/ 8150 w 31720"/>
              <a:gd name="connsiteY0" fmla="*/ 0 h 21600"/>
              <a:gd name="connsiteX1" fmla="*/ 22800 w 31720"/>
              <a:gd name="connsiteY1" fmla="*/ 0 h 21600"/>
              <a:gd name="connsiteX2" fmla="*/ 31719 w 31720"/>
              <a:gd name="connsiteY2" fmla="*/ 11064 h 21600"/>
              <a:gd name="connsiteX3" fmla="*/ 22800 w 31720"/>
              <a:gd name="connsiteY3" fmla="*/ 21600 h 21600"/>
              <a:gd name="connsiteX4" fmla="*/ 8150 w 31720"/>
              <a:gd name="connsiteY4" fmla="*/ 21600 h 21600"/>
              <a:gd name="connsiteX5" fmla="*/ 0 w 31720"/>
              <a:gd name="connsiteY5" fmla="*/ 10931 h 21600"/>
              <a:gd name="connsiteX6" fmla="*/ 8150 w 31720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20" h="21600">
                <a:moveTo>
                  <a:pt x="8150" y="0"/>
                </a:moveTo>
                <a:lnTo>
                  <a:pt x="22800" y="0"/>
                </a:lnTo>
                <a:cubicBezTo>
                  <a:pt x="24719" y="0"/>
                  <a:pt x="31601" y="2004"/>
                  <a:pt x="31719" y="11064"/>
                </a:cubicBezTo>
                <a:cubicBezTo>
                  <a:pt x="31837" y="20124"/>
                  <a:pt x="24719" y="21600"/>
                  <a:pt x="22800" y="21600"/>
                </a:cubicBezTo>
                <a:lnTo>
                  <a:pt x="8150" y="21600"/>
                </a:lnTo>
                <a:cubicBezTo>
                  <a:pt x="6231" y="21600"/>
                  <a:pt x="0" y="18872"/>
                  <a:pt x="0" y="10931"/>
                </a:cubicBezTo>
                <a:cubicBezTo>
                  <a:pt x="0" y="2990"/>
                  <a:pt x="6231" y="0"/>
                  <a:pt x="8150" y="0"/>
                </a:cubicBezTo>
                <a:close/>
              </a:path>
            </a:pathLst>
          </a:custGeom>
          <a:solidFill>
            <a:srgbClr val="E2DDBF"/>
          </a:solidFill>
          <a:ln w="127000">
            <a:solidFill>
              <a:srgbClr val="102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4FB38CF-CADD-422F-8CBB-961E06E941A6}"/>
              </a:ext>
            </a:extLst>
          </p:cNvPr>
          <p:cNvCxnSpPr>
            <a:cxnSpLocks/>
          </p:cNvCxnSpPr>
          <p:nvPr/>
        </p:nvCxnSpPr>
        <p:spPr>
          <a:xfrm>
            <a:off x="629285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8B46ABC-2118-48DA-8856-F4B6DAA2358F}"/>
              </a:ext>
            </a:extLst>
          </p:cNvPr>
          <p:cNvCxnSpPr>
            <a:cxnSpLocks/>
          </p:cNvCxnSpPr>
          <p:nvPr/>
        </p:nvCxnSpPr>
        <p:spPr>
          <a:xfrm>
            <a:off x="629285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6B075B2-3BED-42EC-808E-F6E2B70C2B53}"/>
              </a:ext>
            </a:extLst>
          </p:cNvPr>
          <p:cNvCxnSpPr>
            <a:cxnSpLocks/>
          </p:cNvCxnSpPr>
          <p:nvPr/>
        </p:nvCxnSpPr>
        <p:spPr>
          <a:xfrm>
            <a:off x="629285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ogen 13">
            <a:extLst>
              <a:ext uri="{FF2B5EF4-FFF2-40B4-BE49-F238E27FC236}">
                <a16:creationId xmlns:a16="http://schemas.microsoft.com/office/drawing/2014/main" id="{802C9C0E-D6FE-4C6F-ADA3-D2240C40C8FF}"/>
              </a:ext>
            </a:extLst>
          </p:cNvPr>
          <p:cNvSpPr/>
          <p:nvPr/>
        </p:nvSpPr>
        <p:spPr>
          <a:xfrm>
            <a:off x="5270501" y="1597025"/>
            <a:ext cx="1654174" cy="1860550"/>
          </a:xfrm>
          <a:prstGeom prst="arc">
            <a:avLst>
              <a:gd name="adj1" fmla="val 1651"/>
              <a:gd name="adj2" fmla="val 10793953"/>
            </a:avLst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39E4447-179D-4835-8A70-BE3DE29D9AB4}"/>
              </a:ext>
            </a:extLst>
          </p:cNvPr>
          <p:cNvCxnSpPr>
            <a:cxnSpLocks/>
          </p:cNvCxnSpPr>
          <p:nvPr/>
        </p:nvCxnSpPr>
        <p:spPr>
          <a:xfrm>
            <a:off x="6096000" y="3162300"/>
            <a:ext cx="0" cy="720725"/>
          </a:xfrm>
          <a:prstGeom prst="line">
            <a:avLst/>
          </a:prstGeom>
          <a:ln w="127000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Grenzstelle 19">
            <a:extLst>
              <a:ext uri="{FF2B5EF4-FFF2-40B4-BE49-F238E27FC236}">
                <a16:creationId xmlns:a16="http://schemas.microsoft.com/office/drawing/2014/main" id="{BDB3F627-60D8-412F-84BC-2FEDFA54F63F}"/>
              </a:ext>
            </a:extLst>
          </p:cNvPr>
          <p:cNvSpPr/>
          <p:nvPr/>
        </p:nvSpPr>
        <p:spPr>
          <a:xfrm>
            <a:off x="5535612" y="3773487"/>
            <a:ext cx="1122363" cy="230188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3475 w 21600"/>
              <a:gd name="connsiteY3" fmla="*/ 21600 h 21600"/>
              <a:gd name="connsiteX4" fmla="*/ 0 w 21600"/>
              <a:gd name="connsiteY4" fmla="*/ 10800 h 21600"/>
              <a:gd name="connsiteX5" fmla="*/ 3475 w 21600"/>
              <a:gd name="connsiteY5" fmla="*/ 0 h 21600"/>
              <a:gd name="connsiteX0" fmla="*/ 3475 w 21600"/>
              <a:gd name="connsiteY0" fmla="*/ 0 h 12150"/>
              <a:gd name="connsiteX1" fmla="*/ 18125 w 21600"/>
              <a:gd name="connsiteY1" fmla="*/ 0 h 12150"/>
              <a:gd name="connsiteX2" fmla="*/ 21600 w 21600"/>
              <a:gd name="connsiteY2" fmla="*/ 10800 h 12150"/>
              <a:gd name="connsiteX3" fmla="*/ 0 w 21600"/>
              <a:gd name="connsiteY3" fmla="*/ 10800 h 12150"/>
              <a:gd name="connsiteX4" fmla="*/ 3475 w 21600"/>
              <a:gd name="connsiteY4" fmla="*/ 0 h 12150"/>
              <a:gd name="connsiteX0" fmla="*/ 3475 w 21600"/>
              <a:gd name="connsiteY0" fmla="*/ 0 h 11628"/>
              <a:gd name="connsiteX1" fmla="*/ 18125 w 21600"/>
              <a:gd name="connsiteY1" fmla="*/ 0 h 11628"/>
              <a:gd name="connsiteX2" fmla="*/ 21600 w 21600"/>
              <a:gd name="connsiteY2" fmla="*/ 10800 h 11628"/>
              <a:gd name="connsiteX3" fmla="*/ 0 w 21600"/>
              <a:gd name="connsiteY3" fmla="*/ 10800 h 11628"/>
              <a:gd name="connsiteX4" fmla="*/ 3475 w 21600"/>
              <a:gd name="connsiteY4" fmla="*/ 0 h 11628"/>
              <a:gd name="connsiteX0" fmla="*/ 3475 w 21600"/>
              <a:gd name="connsiteY0" fmla="*/ 0 h 10838"/>
              <a:gd name="connsiteX1" fmla="*/ 18125 w 21600"/>
              <a:gd name="connsiteY1" fmla="*/ 0 h 10838"/>
              <a:gd name="connsiteX2" fmla="*/ 21600 w 21600"/>
              <a:gd name="connsiteY2" fmla="*/ 10800 h 10838"/>
              <a:gd name="connsiteX3" fmla="*/ 0 w 21600"/>
              <a:gd name="connsiteY3" fmla="*/ 10800 h 10838"/>
              <a:gd name="connsiteX4" fmla="*/ 3475 w 21600"/>
              <a:gd name="connsiteY4" fmla="*/ 0 h 10838"/>
              <a:gd name="connsiteX0" fmla="*/ 3475 w 21600"/>
              <a:gd name="connsiteY0" fmla="*/ 0 h 10800"/>
              <a:gd name="connsiteX1" fmla="*/ 18125 w 21600"/>
              <a:gd name="connsiteY1" fmla="*/ 0 h 10800"/>
              <a:gd name="connsiteX2" fmla="*/ 21600 w 21600"/>
              <a:gd name="connsiteY2" fmla="*/ 10800 h 10800"/>
              <a:gd name="connsiteX3" fmla="*/ 0 w 21600"/>
              <a:gd name="connsiteY3" fmla="*/ 10800 h 10800"/>
              <a:gd name="connsiteX4" fmla="*/ 3475 w 21600"/>
              <a:gd name="connsiteY4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10800">
                <a:moveTo>
                  <a:pt x="3475" y="0"/>
                </a:moveTo>
                <a:lnTo>
                  <a:pt x="18125" y="0"/>
                </a:lnTo>
                <a:cubicBezTo>
                  <a:pt x="20044" y="0"/>
                  <a:pt x="21507" y="5288"/>
                  <a:pt x="21600" y="10800"/>
                </a:cubicBezTo>
                <a:lnTo>
                  <a:pt x="0" y="10800"/>
                </a:ln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rgbClr val="102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BE4F12-D3F5-444A-80C0-CED7C438D3D0}"/>
              </a:ext>
            </a:extLst>
          </p:cNvPr>
          <p:cNvCxnSpPr>
            <a:cxnSpLocks/>
          </p:cNvCxnSpPr>
          <p:nvPr/>
        </p:nvCxnSpPr>
        <p:spPr>
          <a:xfrm>
            <a:off x="565150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C643247-8338-4B47-9719-9B7642E5A29C}"/>
              </a:ext>
            </a:extLst>
          </p:cNvPr>
          <p:cNvCxnSpPr>
            <a:cxnSpLocks/>
          </p:cNvCxnSpPr>
          <p:nvPr/>
        </p:nvCxnSpPr>
        <p:spPr>
          <a:xfrm>
            <a:off x="565150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0BBF415-6F7B-41F0-AC2C-04654E25E021}"/>
              </a:ext>
            </a:extLst>
          </p:cNvPr>
          <p:cNvCxnSpPr>
            <a:cxnSpLocks/>
          </p:cNvCxnSpPr>
          <p:nvPr/>
        </p:nvCxnSpPr>
        <p:spPr>
          <a:xfrm>
            <a:off x="565150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387893CC-A09A-4157-A278-B54CB42351C5}"/>
              </a:ext>
            </a:extLst>
          </p:cNvPr>
          <p:cNvGrpSpPr/>
          <p:nvPr/>
        </p:nvGrpSpPr>
        <p:grpSpPr>
          <a:xfrm>
            <a:off x="3499000" y="1013067"/>
            <a:ext cx="1507864" cy="1960098"/>
            <a:chOff x="3479950" y="1013067"/>
            <a:chExt cx="1507864" cy="1960098"/>
          </a:xfrm>
        </p:grpSpPr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0FFEF46-06F6-44F6-94B4-3ED2600FE3A6}"/>
                </a:ext>
              </a:extLst>
            </p:cNvPr>
            <p:cNvSpPr/>
            <p:nvPr/>
          </p:nvSpPr>
          <p:spPr>
            <a:xfrm rot="5400000">
              <a:off x="3750521" y="1684923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34B9EC08-0F85-4848-9E75-570DAB2C4B78}"/>
                </a:ext>
              </a:extLst>
            </p:cNvPr>
            <p:cNvSpPr/>
            <p:nvPr/>
          </p:nvSpPr>
          <p:spPr>
            <a:xfrm rot="5400000">
              <a:off x="3562497" y="1496767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Bogen 25">
              <a:extLst>
                <a:ext uri="{FF2B5EF4-FFF2-40B4-BE49-F238E27FC236}">
                  <a16:creationId xmlns:a16="http://schemas.microsoft.com/office/drawing/2014/main" id="{24614AAE-3EAD-4D0B-99C9-1C376BEF48A1}"/>
                </a:ext>
              </a:extLst>
            </p:cNvPr>
            <p:cNvSpPr/>
            <p:nvPr/>
          </p:nvSpPr>
          <p:spPr>
            <a:xfrm rot="5400000">
              <a:off x="3253833" y="1239184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2BBC8D6-1DF4-4DB1-8549-E9FBC68D8103}"/>
              </a:ext>
            </a:extLst>
          </p:cNvPr>
          <p:cNvGrpSpPr/>
          <p:nvPr/>
        </p:nvGrpSpPr>
        <p:grpSpPr>
          <a:xfrm rot="10800000">
            <a:off x="7191486" y="1013214"/>
            <a:ext cx="1507864" cy="1960098"/>
            <a:chOff x="6397069" y="1077725"/>
            <a:chExt cx="1507864" cy="1960098"/>
          </a:xfrm>
        </p:grpSpPr>
        <p:sp>
          <p:nvSpPr>
            <p:cNvPr id="27" name="Bogen 26">
              <a:extLst>
                <a:ext uri="{FF2B5EF4-FFF2-40B4-BE49-F238E27FC236}">
                  <a16:creationId xmlns:a16="http://schemas.microsoft.com/office/drawing/2014/main" id="{F67B39F7-21CF-4047-9C1A-2DD0D8D2B98E}"/>
                </a:ext>
              </a:extLst>
            </p:cNvPr>
            <p:cNvSpPr/>
            <p:nvPr/>
          </p:nvSpPr>
          <p:spPr>
            <a:xfrm rot="5400000">
              <a:off x="6667640" y="1749581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Bogen 27">
              <a:extLst>
                <a:ext uri="{FF2B5EF4-FFF2-40B4-BE49-F238E27FC236}">
                  <a16:creationId xmlns:a16="http://schemas.microsoft.com/office/drawing/2014/main" id="{0AF01B2F-7222-4F90-8798-77D7A8716EDA}"/>
                </a:ext>
              </a:extLst>
            </p:cNvPr>
            <p:cNvSpPr/>
            <p:nvPr/>
          </p:nvSpPr>
          <p:spPr>
            <a:xfrm rot="5400000">
              <a:off x="6479616" y="1561425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597A51FA-B651-48BA-83EB-BA708A3C482A}"/>
                </a:ext>
              </a:extLst>
            </p:cNvPr>
            <p:cNvSpPr/>
            <p:nvPr/>
          </p:nvSpPr>
          <p:spPr>
            <a:xfrm rot="5400000">
              <a:off x="6170952" y="1303842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497303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2316000" y="-1917000"/>
            <a:ext cx="7560000" cy="1069200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BC2B7BE-DB2B-4274-BC2D-E69A467C88BB}"/>
              </a:ext>
            </a:extLst>
          </p:cNvPr>
          <p:cNvGrpSpPr/>
          <p:nvPr/>
        </p:nvGrpSpPr>
        <p:grpSpPr>
          <a:xfrm>
            <a:off x="2849946" y="-70409"/>
            <a:ext cx="6492108" cy="6998819"/>
            <a:chOff x="2843892" y="1013067"/>
            <a:chExt cx="6492108" cy="6998819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8A4546A-46AF-4880-B339-5FCD28E5481F}"/>
                </a:ext>
              </a:extLst>
            </p:cNvPr>
            <p:cNvSpPr/>
            <p:nvPr/>
          </p:nvSpPr>
          <p:spPr>
            <a:xfrm>
              <a:off x="2856000" y="4032069"/>
              <a:ext cx="6480000" cy="22206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980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SÜDSAL</a:t>
              </a:r>
              <a:r>
                <a:rPr lang="de-DE" sz="160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de-DE" sz="980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AT</a:t>
              </a:r>
              <a:br>
                <a:rPr lang="de-DE" dirty="0">
                  <a:solidFill>
                    <a:schemeClr val="tx1"/>
                  </a:solidFill>
                </a:rPr>
              </a:br>
              <a:r>
                <a:rPr lang="de-DE" sz="4050" dirty="0">
                  <a:solidFill>
                    <a:srgbClr val="102024"/>
                  </a:solidFill>
                  <a:latin typeface="Franklin Gothic Book" panose="020B0503020102020204" pitchFamily="34" charset="0"/>
                  <a:cs typeface="Arial" panose="020B0604020202020204" pitchFamily="34" charset="0"/>
                </a:rPr>
                <a:t>THEMEN AUS DEM LEBEN</a:t>
              </a:r>
            </a:p>
          </p:txBody>
        </p:sp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E2DDBF"/>
            </a:solidFill>
            <a:ln w="1270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102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87893CC-A09A-4157-A278-B54CB42351C5}"/>
                </a:ext>
              </a:extLst>
            </p:cNvPr>
            <p:cNvGrpSpPr/>
            <p:nvPr/>
          </p:nvGrpSpPr>
          <p:grpSpPr>
            <a:xfrm>
              <a:off x="3499000" y="1013067"/>
              <a:ext cx="1507864" cy="1960098"/>
              <a:chOff x="3479950" y="1013067"/>
              <a:chExt cx="1507864" cy="1960098"/>
            </a:xfrm>
          </p:grpSpPr>
          <p:sp>
            <p:nvSpPr>
              <p:cNvPr id="18" name="Bogen 17">
                <a:extLst>
                  <a:ext uri="{FF2B5EF4-FFF2-40B4-BE49-F238E27FC236}">
                    <a16:creationId xmlns:a16="http://schemas.microsoft.com/office/drawing/2014/main" id="{E0FFEF46-06F6-44F6-94B4-3ED2600FE3A6}"/>
                  </a:ext>
                </a:extLst>
              </p:cNvPr>
              <p:cNvSpPr/>
              <p:nvPr/>
            </p:nvSpPr>
            <p:spPr>
              <a:xfrm rot="5400000">
                <a:off x="3750521" y="1684923"/>
                <a:ext cx="831273" cy="616387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Bogen 18">
                <a:extLst>
                  <a:ext uri="{FF2B5EF4-FFF2-40B4-BE49-F238E27FC236}">
                    <a16:creationId xmlns:a16="http://schemas.microsoft.com/office/drawing/2014/main" id="{34B9EC08-0F85-4848-9E75-570DAB2C4B78}"/>
                  </a:ext>
                </a:extLst>
              </p:cNvPr>
              <p:cNvSpPr/>
              <p:nvPr/>
            </p:nvSpPr>
            <p:spPr>
              <a:xfrm rot="5400000">
                <a:off x="3562497" y="1496767"/>
                <a:ext cx="1338773" cy="992698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Bogen 25">
                <a:extLst>
                  <a:ext uri="{FF2B5EF4-FFF2-40B4-BE49-F238E27FC236}">
                    <a16:creationId xmlns:a16="http://schemas.microsoft.com/office/drawing/2014/main" id="{24614AAE-3EAD-4D0B-99C9-1C376BEF48A1}"/>
                  </a:ext>
                </a:extLst>
              </p:cNvPr>
              <p:cNvSpPr/>
              <p:nvPr/>
            </p:nvSpPr>
            <p:spPr>
              <a:xfrm rot="5400000">
                <a:off x="3253833" y="1239184"/>
                <a:ext cx="1960098" cy="1507864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12BBC8D6-1DF4-4DB1-8549-E9FBC68D8103}"/>
                </a:ext>
              </a:extLst>
            </p:cNvPr>
            <p:cNvGrpSpPr/>
            <p:nvPr/>
          </p:nvGrpSpPr>
          <p:grpSpPr>
            <a:xfrm rot="10800000">
              <a:off x="7191486" y="1013214"/>
              <a:ext cx="1507864" cy="1960098"/>
              <a:chOff x="6397069" y="1077725"/>
              <a:chExt cx="1507864" cy="1960098"/>
            </a:xfrm>
          </p:grpSpPr>
          <p:sp>
            <p:nvSpPr>
              <p:cNvPr id="27" name="Bogen 26">
                <a:extLst>
                  <a:ext uri="{FF2B5EF4-FFF2-40B4-BE49-F238E27FC236}">
                    <a16:creationId xmlns:a16="http://schemas.microsoft.com/office/drawing/2014/main" id="{F67B39F7-21CF-4047-9C1A-2DD0D8D2B98E}"/>
                  </a:ext>
                </a:extLst>
              </p:cNvPr>
              <p:cNvSpPr/>
              <p:nvPr/>
            </p:nvSpPr>
            <p:spPr>
              <a:xfrm rot="5400000">
                <a:off x="6667640" y="1749581"/>
                <a:ext cx="831273" cy="616387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Bogen 27">
                <a:extLst>
                  <a:ext uri="{FF2B5EF4-FFF2-40B4-BE49-F238E27FC236}">
                    <a16:creationId xmlns:a16="http://schemas.microsoft.com/office/drawing/2014/main" id="{0AF01B2F-7222-4F90-8798-77D7A8716EDA}"/>
                  </a:ext>
                </a:extLst>
              </p:cNvPr>
              <p:cNvSpPr/>
              <p:nvPr/>
            </p:nvSpPr>
            <p:spPr>
              <a:xfrm rot="5400000">
                <a:off x="6479616" y="1561425"/>
                <a:ext cx="1338773" cy="992698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Bogen 28">
                <a:extLst>
                  <a:ext uri="{FF2B5EF4-FFF2-40B4-BE49-F238E27FC236}">
                    <a16:creationId xmlns:a16="http://schemas.microsoft.com/office/drawing/2014/main" id="{597A51FA-B651-48BA-83EB-BA708A3C482A}"/>
                  </a:ext>
                </a:extLst>
              </p:cNvPr>
              <p:cNvSpPr/>
              <p:nvPr/>
            </p:nvSpPr>
            <p:spPr>
              <a:xfrm rot="5400000">
                <a:off x="6170952" y="1303842"/>
                <a:ext cx="1960098" cy="1507864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3CA3DFA3-A6DF-4FD2-83F3-0D401011BB9E}"/>
                </a:ext>
              </a:extLst>
            </p:cNvPr>
            <p:cNvSpPr/>
            <p:nvPr/>
          </p:nvSpPr>
          <p:spPr>
            <a:xfrm>
              <a:off x="2843892" y="6281149"/>
              <a:ext cx="6480000" cy="17307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405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ÜBERALL,</a:t>
              </a:r>
              <a:br>
                <a:rPr lang="de-DE" sz="405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</a:br>
              <a:r>
                <a:rPr lang="de-DE" sz="405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WO ES </a:t>
              </a:r>
              <a:r>
                <a:rPr lang="de-DE" sz="4050" b="1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PODCAST</a:t>
              </a:r>
              <a:r>
                <a:rPr lang="de-DE" sz="405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 GIBT!</a:t>
              </a:r>
              <a:endParaRPr lang="de-DE" sz="405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59178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3432000" y="-351000"/>
            <a:ext cx="5328000" cy="756000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BC2B7BE-DB2B-4274-BC2D-E69A467C88BB}"/>
              </a:ext>
            </a:extLst>
          </p:cNvPr>
          <p:cNvGrpSpPr/>
          <p:nvPr/>
        </p:nvGrpSpPr>
        <p:grpSpPr>
          <a:xfrm>
            <a:off x="2849946" y="504813"/>
            <a:ext cx="6492108" cy="5848374"/>
            <a:chOff x="2843892" y="1013067"/>
            <a:chExt cx="6492108" cy="5848374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8A4546A-46AF-4880-B339-5FCD28E5481F}"/>
                </a:ext>
              </a:extLst>
            </p:cNvPr>
            <p:cNvSpPr/>
            <p:nvPr/>
          </p:nvSpPr>
          <p:spPr>
            <a:xfrm>
              <a:off x="2856000" y="4032069"/>
              <a:ext cx="6480000" cy="165393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720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SÜDSAL</a:t>
              </a:r>
              <a:r>
                <a:rPr lang="de-DE" sz="105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 </a:t>
              </a:r>
              <a:r>
                <a:rPr lang="de-DE" sz="7200" b="1" dirty="0">
                  <a:solidFill>
                    <a:srgbClr val="102024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AT</a:t>
              </a:r>
              <a:br>
                <a:rPr lang="de-DE" sz="1100" dirty="0">
                  <a:solidFill>
                    <a:schemeClr val="tx1"/>
                  </a:solidFill>
                </a:rPr>
              </a:br>
              <a:r>
                <a:rPr lang="de-DE" sz="2800" dirty="0">
                  <a:solidFill>
                    <a:srgbClr val="102024"/>
                  </a:solidFill>
                  <a:latin typeface="Franklin Gothic Book" panose="020B0503020102020204" pitchFamily="34" charset="0"/>
                  <a:cs typeface="Arial" panose="020B0604020202020204" pitchFamily="34" charset="0"/>
                </a:rPr>
                <a:t>THEMEN AUS DEM LEBEN</a:t>
              </a:r>
            </a:p>
          </p:txBody>
        </p:sp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E2DDBF"/>
            </a:solidFill>
            <a:ln w="1270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>
              <a:cxnSpLocks/>
            </p:cNvCxnSpPr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102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>
              <a:cxnSpLocks/>
            </p:cNvCxnSpPr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387893CC-A09A-4157-A278-B54CB42351C5}"/>
                </a:ext>
              </a:extLst>
            </p:cNvPr>
            <p:cNvGrpSpPr/>
            <p:nvPr/>
          </p:nvGrpSpPr>
          <p:grpSpPr>
            <a:xfrm>
              <a:off x="3499000" y="1013067"/>
              <a:ext cx="1507864" cy="1960098"/>
              <a:chOff x="3479950" y="1013067"/>
              <a:chExt cx="1507864" cy="1960098"/>
            </a:xfrm>
          </p:grpSpPr>
          <p:sp>
            <p:nvSpPr>
              <p:cNvPr id="18" name="Bogen 17">
                <a:extLst>
                  <a:ext uri="{FF2B5EF4-FFF2-40B4-BE49-F238E27FC236}">
                    <a16:creationId xmlns:a16="http://schemas.microsoft.com/office/drawing/2014/main" id="{E0FFEF46-06F6-44F6-94B4-3ED2600FE3A6}"/>
                  </a:ext>
                </a:extLst>
              </p:cNvPr>
              <p:cNvSpPr/>
              <p:nvPr/>
            </p:nvSpPr>
            <p:spPr>
              <a:xfrm rot="5400000">
                <a:off x="3750521" y="1684923"/>
                <a:ext cx="831273" cy="616387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" name="Bogen 18">
                <a:extLst>
                  <a:ext uri="{FF2B5EF4-FFF2-40B4-BE49-F238E27FC236}">
                    <a16:creationId xmlns:a16="http://schemas.microsoft.com/office/drawing/2014/main" id="{34B9EC08-0F85-4848-9E75-570DAB2C4B78}"/>
                  </a:ext>
                </a:extLst>
              </p:cNvPr>
              <p:cNvSpPr/>
              <p:nvPr/>
            </p:nvSpPr>
            <p:spPr>
              <a:xfrm rot="5400000">
                <a:off x="3562497" y="1496767"/>
                <a:ext cx="1338773" cy="992698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" name="Bogen 25">
                <a:extLst>
                  <a:ext uri="{FF2B5EF4-FFF2-40B4-BE49-F238E27FC236}">
                    <a16:creationId xmlns:a16="http://schemas.microsoft.com/office/drawing/2014/main" id="{24614AAE-3EAD-4D0B-99C9-1C376BEF48A1}"/>
                  </a:ext>
                </a:extLst>
              </p:cNvPr>
              <p:cNvSpPr/>
              <p:nvPr/>
            </p:nvSpPr>
            <p:spPr>
              <a:xfrm rot="5400000">
                <a:off x="3253833" y="1239184"/>
                <a:ext cx="1960098" cy="1507864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12BBC8D6-1DF4-4DB1-8549-E9FBC68D8103}"/>
                </a:ext>
              </a:extLst>
            </p:cNvPr>
            <p:cNvGrpSpPr/>
            <p:nvPr/>
          </p:nvGrpSpPr>
          <p:grpSpPr>
            <a:xfrm rot="10800000">
              <a:off x="7191486" y="1013214"/>
              <a:ext cx="1507864" cy="1960098"/>
              <a:chOff x="6397069" y="1077725"/>
              <a:chExt cx="1507864" cy="1960098"/>
            </a:xfrm>
          </p:grpSpPr>
          <p:sp>
            <p:nvSpPr>
              <p:cNvPr id="27" name="Bogen 26">
                <a:extLst>
                  <a:ext uri="{FF2B5EF4-FFF2-40B4-BE49-F238E27FC236}">
                    <a16:creationId xmlns:a16="http://schemas.microsoft.com/office/drawing/2014/main" id="{F67B39F7-21CF-4047-9C1A-2DD0D8D2B98E}"/>
                  </a:ext>
                </a:extLst>
              </p:cNvPr>
              <p:cNvSpPr/>
              <p:nvPr/>
            </p:nvSpPr>
            <p:spPr>
              <a:xfrm rot="5400000">
                <a:off x="6667640" y="1749581"/>
                <a:ext cx="831273" cy="616387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" name="Bogen 27">
                <a:extLst>
                  <a:ext uri="{FF2B5EF4-FFF2-40B4-BE49-F238E27FC236}">
                    <a16:creationId xmlns:a16="http://schemas.microsoft.com/office/drawing/2014/main" id="{0AF01B2F-7222-4F90-8798-77D7A8716EDA}"/>
                  </a:ext>
                </a:extLst>
              </p:cNvPr>
              <p:cNvSpPr/>
              <p:nvPr/>
            </p:nvSpPr>
            <p:spPr>
              <a:xfrm rot="5400000">
                <a:off x="6479616" y="1561425"/>
                <a:ext cx="1338773" cy="992698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" name="Bogen 28">
                <a:extLst>
                  <a:ext uri="{FF2B5EF4-FFF2-40B4-BE49-F238E27FC236}">
                    <a16:creationId xmlns:a16="http://schemas.microsoft.com/office/drawing/2014/main" id="{597A51FA-B651-48BA-83EB-BA708A3C482A}"/>
                  </a:ext>
                </a:extLst>
              </p:cNvPr>
              <p:cNvSpPr/>
              <p:nvPr/>
            </p:nvSpPr>
            <p:spPr>
              <a:xfrm rot="5400000">
                <a:off x="6170952" y="1303842"/>
                <a:ext cx="1960098" cy="1507864"/>
              </a:xfrm>
              <a:prstGeom prst="arc">
                <a:avLst>
                  <a:gd name="adj1" fmla="val 12170018"/>
                  <a:gd name="adj2" fmla="val 20320233"/>
                </a:avLst>
              </a:prstGeom>
              <a:noFill/>
              <a:ln w="127000" cap="rnd">
                <a:solidFill>
                  <a:srgbClr val="10202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3CA3DFA3-A6DF-4FD2-83F3-0D401011BB9E}"/>
                </a:ext>
              </a:extLst>
            </p:cNvPr>
            <p:cNvSpPr/>
            <p:nvPr/>
          </p:nvSpPr>
          <p:spPr>
            <a:xfrm>
              <a:off x="2843892" y="5684075"/>
              <a:ext cx="6480000" cy="117736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80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ÜBERALL,</a:t>
              </a:r>
              <a:br>
                <a:rPr lang="de-DE" sz="280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</a:br>
              <a:r>
                <a:rPr lang="de-DE" sz="280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WO ES </a:t>
              </a:r>
              <a:r>
                <a:rPr lang="de-DE" sz="2800" b="1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PODCAST</a:t>
              </a:r>
              <a:r>
                <a:rPr lang="de-DE" sz="2800" dirty="0">
                  <a:solidFill>
                    <a:schemeClr val="bg1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S GIBT!</a:t>
              </a:r>
              <a:endParaRPr lang="de-DE" sz="2800" dirty="0">
                <a:solidFill>
                  <a:schemeClr val="bg1"/>
                </a:solidFill>
                <a:latin typeface="Franklin Gothic Book" panose="020B05030201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4444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4084215" y="562280"/>
            <a:ext cx="4023570" cy="402357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Flussdiagramm: Grenzstelle 2">
            <a:extLst>
              <a:ext uri="{FF2B5EF4-FFF2-40B4-BE49-F238E27FC236}">
                <a16:creationId xmlns:a16="http://schemas.microsoft.com/office/drawing/2014/main" id="{203778D9-979D-49C6-A295-F4A6B983999E}"/>
              </a:ext>
            </a:extLst>
          </p:cNvPr>
          <p:cNvSpPr/>
          <p:nvPr/>
        </p:nvSpPr>
        <p:spPr>
          <a:xfrm rot="16200000">
            <a:off x="5246671" y="1798621"/>
            <a:ext cx="1685958" cy="1041400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998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5"/>
              <a:gd name="connsiteY0" fmla="*/ 0 h 21600"/>
              <a:gd name="connsiteX1" fmla="*/ 18125 w 26985"/>
              <a:gd name="connsiteY1" fmla="*/ 0 h 21600"/>
              <a:gd name="connsiteX2" fmla="*/ 26985 w 26985"/>
              <a:gd name="connsiteY2" fmla="*/ 10866 h 21600"/>
              <a:gd name="connsiteX3" fmla="*/ 18125 w 26985"/>
              <a:gd name="connsiteY3" fmla="*/ 21600 h 21600"/>
              <a:gd name="connsiteX4" fmla="*/ 3475 w 26985"/>
              <a:gd name="connsiteY4" fmla="*/ 21600 h 21600"/>
              <a:gd name="connsiteX5" fmla="*/ 0 w 26985"/>
              <a:gd name="connsiteY5" fmla="*/ 10800 h 21600"/>
              <a:gd name="connsiteX6" fmla="*/ 3475 w 26985"/>
              <a:gd name="connsiteY6" fmla="*/ 0 h 21600"/>
              <a:gd name="connsiteX0" fmla="*/ 3475 w 26986"/>
              <a:gd name="connsiteY0" fmla="*/ 0 h 21600"/>
              <a:gd name="connsiteX1" fmla="*/ 18125 w 26986"/>
              <a:gd name="connsiteY1" fmla="*/ 0 h 21600"/>
              <a:gd name="connsiteX2" fmla="*/ 26985 w 26986"/>
              <a:gd name="connsiteY2" fmla="*/ 10866 h 21600"/>
              <a:gd name="connsiteX3" fmla="*/ 18125 w 26986"/>
              <a:gd name="connsiteY3" fmla="*/ 21600 h 21600"/>
              <a:gd name="connsiteX4" fmla="*/ 3475 w 26986"/>
              <a:gd name="connsiteY4" fmla="*/ 21600 h 21600"/>
              <a:gd name="connsiteX5" fmla="*/ 0 w 26986"/>
              <a:gd name="connsiteY5" fmla="*/ 10800 h 21600"/>
              <a:gd name="connsiteX6" fmla="*/ 3475 w 26986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7913 w 31424"/>
              <a:gd name="connsiteY0" fmla="*/ 0 h 21600"/>
              <a:gd name="connsiteX1" fmla="*/ 22563 w 31424"/>
              <a:gd name="connsiteY1" fmla="*/ 0 h 21600"/>
              <a:gd name="connsiteX2" fmla="*/ 31423 w 31424"/>
              <a:gd name="connsiteY2" fmla="*/ 10866 h 21600"/>
              <a:gd name="connsiteX3" fmla="*/ 22563 w 31424"/>
              <a:gd name="connsiteY3" fmla="*/ 21600 h 21600"/>
              <a:gd name="connsiteX4" fmla="*/ 7913 w 31424"/>
              <a:gd name="connsiteY4" fmla="*/ 21600 h 21600"/>
              <a:gd name="connsiteX5" fmla="*/ 0 w 31424"/>
              <a:gd name="connsiteY5" fmla="*/ 10602 h 21600"/>
              <a:gd name="connsiteX6" fmla="*/ 7913 w 31424"/>
              <a:gd name="connsiteY6" fmla="*/ 0 h 21600"/>
              <a:gd name="connsiteX0" fmla="*/ 8150 w 31661"/>
              <a:gd name="connsiteY0" fmla="*/ 0 h 21600"/>
              <a:gd name="connsiteX1" fmla="*/ 22800 w 31661"/>
              <a:gd name="connsiteY1" fmla="*/ 0 h 21600"/>
              <a:gd name="connsiteX2" fmla="*/ 31660 w 31661"/>
              <a:gd name="connsiteY2" fmla="*/ 10866 h 21600"/>
              <a:gd name="connsiteX3" fmla="*/ 22800 w 31661"/>
              <a:gd name="connsiteY3" fmla="*/ 21600 h 21600"/>
              <a:gd name="connsiteX4" fmla="*/ 8150 w 31661"/>
              <a:gd name="connsiteY4" fmla="*/ 21600 h 21600"/>
              <a:gd name="connsiteX5" fmla="*/ 0 w 31661"/>
              <a:gd name="connsiteY5" fmla="*/ 10931 h 21600"/>
              <a:gd name="connsiteX6" fmla="*/ 8150 w 31661"/>
              <a:gd name="connsiteY6" fmla="*/ 0 h 21600"/>
              <a:gd name="connsiteX0" fmla="*/ 8150 w 31720"/>
              <a:gd name="connsiteY0" fmla="*/ 0 h 21600"/>
              <a:gd name="connsiteX1" fmla="*/ 22800 w 31720"/>
              <a:gd name="connsiteY1" fmla="*/ 0 h 21600"/>
              <a:gd name="connsiteX2" fmla="*/ 31719 w 31720"/>
              <a:gd name="connsiteY2" fmla="*/ 11064 h 21600"/>
              <a:gd name="connsiteX3" fmla="*/ 22800 w 31720"/>
              <a:gd name="connsiteY3" fmla="*/ 21600 h 21600"/>
              <a:gd name="connsiteX4" fmla="*/ 8150 w 31720"/>
              <a:gd name="connsiteY4" fmla="*/ 21600 h 21600"/>
              <a:gd name="connsiteX5" fmla="*/ 0 w 31720"/>
              <a:gd name="connsiteY5" fmla="*/ 10931 h 21600"/>
              <a:gd name="connsiteX6" fmla="*/ 8150 w 31720"/>
              <a:gd name="connsiteY6" fmla="*/ 0 h 2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720" h="21600">
                <a:moveTo>
                  <a:pt x="8150" y="0"/>
                </a:moveTo>
                <a:lnTo>
                  <a:pt x="22800" y="0"/>
                </a:lnTo>
                <a:cubicBezTo>
                  <a:pt x="24719" y="0"/>
                  <a:pt x="31601" y="2004"/>
                  <a:pt x="31719" y="11064"/>
                </a:cubicBezTo>
                <a:cubicBezTo>
                  <a:pt x="31837" y="20124"/>
                  <a:pt x="24719" y="21600"/>
                  <a:pt x="22800" y="21600"/>
                </a:cubicBezTo>
                <a:lnTo>
                  <a:pt x="8150" y="21600"/>
                </a:lnTo>
                <a:cubicBezTo>
                  <a:pt x="6231" y="21600"/>
                  <a:pt x="0" y="18872"/>
                  <a:pt x="0" y="10931"/>
                </a:cubicBezTo>
                <a:cubicBezTo>
                  <a:pt x="0" y="2990"/>
                  <a:pt x="6231" y="0"/>
                  <a:pt x="8150" y="0"/>
                </a:cubicBezTo>
                <a:close/>
              </a:path>
            </a:pathLst>
          </a:custGeom>
          <a:solidFill>
            <a:srgbClr val="E2DDBF"/>
          </a:solidFill>
          <a:ln w="127000">
            <a:solidFill>
              <a:srgbClr val="1020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D2BE4F12-D3F5-444A-80C0-CED7C438D3D0}"/>
              </a:ext>
            </a:extLst>
          </p:cNvPr>
          <p:cNvCxnSpPr/>
          <p:nvPr/>
        </p:nvCxnSpPr>
        <p:spPr>
          <a:xfrm>
            <a:off x="565150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C643247-8338-4B47-9719-9B7642E5A29C}"/>
              </a:ext>
            </a:extLst>
          </p:cNvPr>
          <p:cNvCxnSpPr/>
          <p:nvPr/>
        </p:nvCxnSpPr>
        <p:spPr>
          <a:xfrm>
            <a:off x="565150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D0BBF415-6F7B-41F0-AC2C-04654E25E021}"/>
              </a:ext>
            </a:extLst>
          </p:cNvPr>
          <p:cNvCxnSpPr/>
          <p:nvPr/>
        </p:nvCxnSpPr>
        <p:spPr>
          <a:xfrm>
            <a:off x="565150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F4FB38CF-CADD-422F-8CBB-961E06E941A6}"/>
              </a:ext>
            </a:extLst>
          </p:cNvPr>
          <p:cNvCxnSpPr/>
          <p:nvPr/>
        </p:nvCxnSpPr>
        <p:spPr>
          <a:xfrm>
            <a:off x="6292850" y="2451100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28B46ABC-2118-48DA-8856-F4B6DAA2358F}"/>
              </a:ext>
            </a:extLst>
          </p:cNvPr>
          <p:cNvCxnSpPr/>
          <p:nvPr/>
        </p:nvCxnSpPr>
        <p:spPr>
          <a:xfrm>
            <a:off x="6292850" y="220662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36B075B2-3BED-42EC-808E-F6E2B70C2B53}"/>
              </a:ext>
            </a:extLst>
          </p:cNvPr>
          <p:cNvCxnSpPr/>
          <p:nvPr/>
        </p:nvCxnSpPr>
        <p:spPr>
          <a:xfrm>
            <a:off x="6292850" y="1958975"/>
            <a:ext cx="252000" cy="0"/>
          </a:xfrm>
          <a:prstGeom prst="line">
            <a:avLst/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ogen 13">
            <a:extLst>
              <a:ext uri="{FF2B5EF4-FFF2-40B4-BE49-F238E27FC236}">
                <a16:creationId xmlns:a16="http://schemas.microsoft.com/office/drawing/2014/main" id="{802C9C0E-D6FE-4C6F-ADA3-D2240C40C8FF}"/>
              </a:ext>
            </a:extLst>
          </p:cNvPr>
          <p:cNvSpPr/>
          <p:nvPr/>
        </p:nvSpPr>
        <p:spPr>
          <a:xfrm>
            <a:off x="5270501" y="1597025"/>
            <a:ext cx="1654174" cy="1860550"/>
          </a:xfrm>
          <a:prstGeom prst="arc">
            <a:avLst>
              <a:gd name="adj1" fmla="val 1651"/>
              <a:gd name="adj2" fmla="val 10793953"/>
            </a:avLst>
          </a:prstGeom>
          <a:ln w="127000" cap="rnd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39E4447-179D-4835-8A70-BE3DE29D9AB4}"/>
              </a:ext>
            </a:extLst>
          </p:cNvPr>
          <p:cNvCxnSpPr>
            <a:cxnSpLocks/>
          </p:cNvCxnSpPr>
          <p:nvPr/>
        </p:nvCxnSpPr>
        <p:spPr>
          <a:xfrm>
            <a:off x="6096000" y="3162300"/>
            <a:ext cx="0" cy="720725"/>
          </a:xfrm>
          <a:prstGeom prst="line">
            <a:avLst/>
          </a:prstGeom>
          <a:ln w="127000">
            <a:solidFill>
              <a:srgbClr val="10202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lussdiagramm: Grenzstelle 19">
            <a:extLst>
              <a:ext uri="{FF2B5EF4-FFF2-40B4-BE49-F238E27FC236}">
                <a16:creationId xmlns:a16="http://schemas.microsoft.com/office/drawing/2014/main" id="{BDB3F627-60D8-412F-84BC-2FEDFA54F63F}"/>
              </a:ext>
            </a:extLst>
          </p:cNvPr>
          <p:cNvSpPr/>
          <p:nvPr/>
        </p:nvSpPr>
        <p:spPr>
          <a:xfrm>
            <a:off x="5535612" y="3773487"/>
            <a:ext cx="1122363" cy="230188"/>
          </a:xfrm>
          <a:custGeom>
            <a:avLst/>
            <a:gdLst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18125 w 21600"/>
              <a:gd name="connsiteY3" fmla="*/ 21600 h 21600"/>
              <a:gd name="connsiteX4" fmla="*/ 3475 w 21600"/>
              <a:gd name="connsiteY4" fmla="*/ 21600 h 21600"/>
              <a:gd name="connsiteX5" fmla="*/ 0 w 21600"/>
              <a:gd name="connsiteY5" fmla="*/ 10800 h 21600"/>
              <a:gd name="connsiteX6" fmla="*/ 3475 w 21600"/>
              <a:gd name="connsiteY6" fmla="*/ 0 h 21600"/>
              <a:gd name="connsiteX0" fmla="*/ 3475 w 21600"/>
              <a:gd name="connsiteY0" fmla="*/ 0 h 21600"/>
              <a:gd name="connsiteX1" fmla="*/ 18125 w 21600"/>
              <a:gd name="connsiteY1" fmla="*/ 0 h 21600"/>
              <a:gd name="connsiteX2" fmla="*/ 21600 w 21600"/>
              <a:gd name="connsiteY2" fmla="*/ 10800 h 21600"/>
              <a:gd name="connsiteX3" fmla="*/ 3475 w 21600"/>
              <a:gd name="connsiteY3" fmla="*/ 21600 h 21600"/>
              <a:gd name="connsiteX4" fmla="*/ 0 w 21600"/>
              <a:gd name="connsiteY4" fmla="*/ 10800 h 21600"/>
              <a:gd name="connsiteX5" fmla="*/ 3475 w 21600"/>
              <a:gd name="connsiteY5" fmla="*/ 0 h 21600"/>
              <a:gd name="connsiteX0" fmla="*/ 3475 w 21600"/>
              <a:gd name="connsiteY0" fmla="*/ 0 h 12150"/>
              <a:gd name="connsiteX1" fmla="*/ 18125 w 21600"/>
              <a:gd name="connsiteY1" fmla="*/ 0 h 12150"/>
              <a:gd name="connsiteX2" fmla="*/ 21600 w 21600"/>
              <a:gd name="connsiteY2" fmla="*/ 10800 h 12150"/>
              <a:gd name="connsiteX3" fmla="*/ 0 w 21600"/>
              <a:gd name="connsiteY3" fmla="*/ 10800 h 12150"/>
              <a:gd name="connsiteX4" fmla="*/ 3475 w 21600"/>
              <a:gd name="connsiteY4" fmla="*/ 0 h 12150"/>
              <a:gd name="connsiteX0" fmla="*/ 3475 w 21600"/>
              <a:gd name="connsiteY0" fmla="*/ 0 h 11628"/>
              <a:gd name="connsiteX1" fmla="*/ 18125 w 21600"/>
              <a:gd name="connsiteY1" fmla="*/ 0 h 11628"/>
              <a:gd name="connsiteX2" fmla="*/ 21600 w 21600"/>
              <a:gd name="connsiteY2" fmla="*/ 10800 h 11628"/>
              <a:gd name="connsiteX3" fmla="*/ 0 w 21600"/>
              <a:gd name="connsiteY3" fmla="*/ 10800 h 11628"/>
              <a:gd name="connsiteX4" fmla="*/ 3475 w 21600"/>
              <a:gd name="connsiteY4" fmla="*/ 0 h 11628"/>
              <a:gd name="connsiteX0" fmla="*/ 3475 w 21600"/>
              <a:gd name="connsiteY0" fmla="*/ 0 h 10838"/>
              <a:gd name="connsiteX1" fmla="*/ 18125 w 21600"/>
              <a:gd name="connsiteY1" fmla="*/ 0 h 10838"/>
              <a:gd name="connsiteX2" fmla="*/ 21600 w 21600"/>
              <a:gd name="connsiteY2" fmla="*/ 10800 h 10838"/>
              <a:gd name="connsiteX3" fmla="*/ 0 w 21600"/>
              <a:gd name="connsiteY3" fmla="*/ 10800 h 10838"/>
              <a:gd name="connsiteX4" fmla="*/ 3475 w 21600"/>
              <a:gd name="connsiteY4" fmla="*/ 0 h 10838"/>
              <a:gd name="connsiteX0" fmla="*/ 3475 w 21600"/>
              <a:gd name="connsiteY0" fmla="*/ 0 h 10800"/>
              <a:gd name="connsiteX1" fmla="*/ 18125 w 21600"/>
              <a:gd name="connsiteY1" fmla="*/ 0 h 10800"/>
              <a:gd name="connsiteX2" fmla="*/ 21600 w 21600"/>
              <a:gd name="connsiteY2" fmla="*/ 10800 h 10800"/>
              <a:gd name="connsiteX3" fmla="*/ 0 w 21600"/>
              <a:gd name="connsiteY3" fmla="*/ 10800 h 10800"/>
              <a:gd name="connsiteX4" fmla="*/ 3475 w 21600"/>
              <a:gd name="connsiteY4" fmla="*/ 0 h 1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0" h="10800">
                <a:moveTo>
                  <a:pt x="3475" y="0"/>
                </a:moveTo>
                <a:lnTo>
                  <a:pt x="18125" y="0"/>
                </a:lnTo>
                <a:cubicBezTo>
                  <a:pt x="20044" y="0"/>
                  <a:pt x="21507" y="5288"/>
                  <a:pt x="21600" y="10800"/>
                </a:cubicBezTo>
                <a:lnTo>
                  <a:pt x="0" y="10800"/>
                </a:lnTo>
                <a:cubicBezTo>
                  <a:pt x="0" y="4835"/>
                  <a:pt x="1556" y="0"/>
                  <a:pt x="3475" y="0"/>
                </a:cubicBezTo>
                <a:close/>
              </a:path>
            </a:pathLst>
          </a:custGeom>
          <a:solidFill>
            <a:srgbClr val="1020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0882163-2FCF-4753-B8CA-C6EA412AEB28}"/>
              </a:ext>
            </a:extLst>
          </p:cNvPr>
          <p:cNvGrpSpPr/>
          <p:nvPr/>
        </p:nvGrpSpPr>
        <p:grpSpPr>
          <a:xfrm>
            <a:off x="3499000" y="1013067"/>
            <a:ext cx="1507864" cy="1960098"/>
            <a:chOff x="3479950" y="1013067"/>
            <a:chExt cx="1507864" cy="1960098"/>
          </a:xfrm>
        </p:grpSpPr>
        <p:sp>
          <p:nvSpPr>
            <p:cNvPr id="18" name="Bogen 17">
              <a:extLst>
                <a:ext uri="{FF2B5EF4-FFF2-40B4-BE49-F238E27FC236}">
                  <a16:creationId xmlns:a16="http://schemas.microsoft.com/office/drawing/2014/main" id="{E0FFEF46-06F6-44F6-94B4-3ED2600FE3A6}"/>
                </a:ext>
              </a:extLst>
            </p:cNvPr>
            <p:cNvSpPr/>
            <p:nvPr/>
          </p:nvSpPr>
          <p:spPr>
            <a:xfrm rot="5400000">
              <a:off x="3750521" y="1684923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Bogen 18">
              <a:extLst>
                <a:ext uri="{FF2B5EF4-FFF2-40B4-BE49-F238E27FC236}">
                  <a16:creationId xmlns:a16="http://schemas.microsoft.com/office/drawing/2014/main" id="{34B9EC08-0F85-4848-9E75-570DAB2C4B78}"/>
                </a:ext>
              </a:extLst>
            </p:cNvPr>
            <p:cNvSpPr/>
            <p:nvPr/>
          </p:nvSpPr>
          <p:spPr>
            <a:xfrm rot="5400000">
              <a:off x="3562497" y="1496767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6" name="Bogen 25">
              <a:extLst>
                <a:ext uri="{FF2B5EF4-FFF2-40B4-BE49-F238E27FC236}">
                  <a16:creationId xmlns:a16="http://schemas.microsoft.com/office/drawing/2014/main" id="{24614AAE-3EAD-4D0B-99C9-1C376BEF48A1}"/>
                </a:ext>
              </a:extLst>
            </p:cNvPr>
            <p:cNvSpPr/>
            <p:nvPr/>
          </p:nvSpPr>
          <p:spPr>
            <a:xfrm rot="5400000">
              <a:off x="3253833" y="1239184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2BBC8D6-1DF4-4DB1-8549-E9FBC68D8103}"/>
              </a:ext>
            </a:extLst>
          </p:cNvPr>
          <p:cNvGrpSpPr/>
          <p:nvPr/>
        </p:nvGrpSpPr>
        <p:grpSpPr>
          <a:xfrm rot="10800000">
            <a:off x="7191486" y="1013214"/>
            <a:ext cx="1507864" cy="1960098"/>
            <a:chOff x="6397069" y="1077725"/>
            <a:chExt cx="1507864" cy="1960098"/>
          </a:xfrm>
        </p:grpSpPr>
        <p:sp>
          <p:nvSpPr>
            <p:cNvPr id="27" name="Bogen 26">
              <a:extLst>
                <a:ext uri="{FF2B5EF4-FFF2-40B4-BE49-F238E27FC236}">
                  <a16:creationId xmlns:a16="http://schemas.microsoft.com/office/drawing/2014/main" id="{F67B39F7-21CF-4047-9C1A-2DD0D8D2B98E}"/>
                </a:ext>
              </a:extLst>
            </p:cNvPr>
            <p:cNvSpPr/>
            <p:nvPr/>
          </p:nvSpPr>
          <p:spPr>
            <a:xfrm rot="5400000">
              <a:off x="6667640" y="1749581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8" name="Bogen 27">
              <a:extLst>
                <a:ext uri="{FF2B5EF4-FFF2-40B4-BE49-F238E27FC236}">
                  <a16:creationId xmlns:a16="http://schemas.microsoft.com/office/drawing/2014/main" id="{0AF01B2F-7222-4F90-8798-77D7A8716EDA}"/>
                </a:ext>
              </a:extLst>
            </p:cNvPr>
            <p:cNvSpPr/>
            <p:nvPr/>
          </p:nvSpPr>
          <p:spPr>
            <a:xfrm rot="5400000">
              <a:off x="6479616" y="1561425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9" name="Bogen 28">
              <a:extLst>
                <a:ext uri="{FF2B5EF4-FFF2-40B4-BE49-F238E27FC236}">
                  <a16:creationId xmlns:a16="http://schemas.microsoft.com/office/drawing/2014/main" id="{597A51FA-B651-48BA-83EB-BA708A3C482A}"/>
                </a:ext>
              </a:extLst>
            </p:cNvPr>
            <p:cNvSpPr/>
            <p:nvPr/>
          </p:nvSpPr>
          <p:spPr>
            <a:xfrm rot="5400000">
              <a:off x="6170952" y="1303842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866450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4EDBD97-E533-4957-8B82-6D7BD661BBF8}"/>
              </a:ext>
            </a:extLst>
          </p:cNvPr>
          <p:cNvGrpSpPr/>
          <p:nvPr/>
        </p:nvGrpSpPr>
        <p:grpSpPr>
          <a:xfrm>
            <a:off x="-378822" y="0"/>
            <a:ext cx="9903822" cy="6858000"/>
            <a:chOff x="-378822" y="0"/>
            <a:chExt cx="9903822" cy="6858000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57CE0395-822C-4756-9B0A-727022EAE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7000" y="0"/>
              <a:ext cx="6858000" cy="6858000"/>
            </a:xfrm>
            <a:prstGeom prst="rect">
              <a:avLst/>
            </a:prstGeom>
            <a:ln>
              <a:solidFill>
                <a:srgbClr val="77B538"/>
              </a:solidFill>
            </a:ln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8A4546A-46AF-4880-B339-5FCD28E5481F}"/>
                </a:ext>
              </a:extLst>
            </p:cNvPr>
            <p:cNvSpPr/>
            <p:nvPr/>
          </p:nvSpPr>
          <p:spPr>
            <a:xfrm rot="19852410">
              <a:off x="-378822" y="1455503"/>
              <a:ext cx="6557555" cy="22206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9800" b="1" dirty="0">
                  <a:solidFill>
                    <a:srgbClr val="FF0000"/>
                  </a:solidFill>
                  <a:latin typeface="Franklin Gothic Medium" panose="020B06030201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ORIGINAL</a:t>
              </a:r>
              <a:endParaRPr lang="de-DE" sz="4000" dirty="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082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2856000" y="-1"/>
            <a:ext cx="6480000" cy="648000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A4546A-46AF-4880-B339-5FCD28E5481F}"/>
              </a:ext>
            </a:extLst>
          </p:cNvPr>
          <p:cNvSpPr/>
          <p:nvPr/>
        </p:nvSpPr>
        <p:spPr>
          <a:xfrm>
            <a:off x="2817223" y="4032069"/>
            <a:ext cx="6557555" cy="2220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800" b="1" dirty="0">
                <a:solidFill>
                  <a:srgbClr val="102024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SÜDSALAT</a:t>
            </a:r>
            <a:br>
              <a:rPr lang="de-DE" dirty="0">
                <a:solidFill>
                  <a:schemeClr val="tx1"/>
                </a:solidFill>
              </a:rPr>
            </a:br>
            <a:r>
              <a:rPr lang="de-DE" sz="4000" dirty="0">
                <a:solidFill>
                  <a:srgbClr val="102024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THEMEN AUS DEM LEBEN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9B1E58B-0449-468B-AD67-75B122DCBBAC}"/>
              </a:ext>
            </a:extLst>
          </p:cNvPr>
          <p:cNvGrpSpPr/>
          <p:nvPr/>
        </p:nvGrpSpPr>
        <p:grpSpPr>
          <a:xfrm>
            <a:off x="5119126" y="503811"/>
            <a:ext cx="1960098" cy="3499864"/>
            <a:chOff x="5119126" y="503811"/>
            <a:chExt cx="1960098" cy="3499864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E2DDBF"/>
            </a:solidFill>
            <a:ln w="1270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/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/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/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/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/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/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102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Bogen 20">
              <a:extLst>
                <a:ext uri="{FF2B5EF4-FFF2-40B4-BE49-F238E27FC236}">
                  <a16:creationId xmlns:a16="http://schemas.microsoft.com/office/drawing/2014/main" id="{73920F7D-AF0A-4733-A969-42FF711DB319}"/>
                </a:ext>
              </a:extLst>
            </p:cNvPr>
            <p:cNvSpPr/>
            <p:nvPr/>
          </p:nvSpPr>
          <p:spPr>
            <a:xfrm>
              <a:off x="5676777" y="1117628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Bogen 21">
              <a:extLst>
                <a:ext uri="{FF2B5EF4-FFF2-40B4-BE49-F238E27FC236}">
                  <a16:creationId xmlns:a16="http://schemas.microsoft.com/office/drawing/2014/main" id="{135CD671-269C-43B5-9F8C-4DD7E2BE1EEF}"/>
                </a:ext>
              </a:extLst>
            </p:cNvPr>
            <p:cNvSpPr/>
            <p:nvPr/>
          </p:nvSpPr>
          <p:spPr>
            <a:xfrm>
              <a:off x="5427790" y="819442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Bogen 22">
              <a:extLst>
                <a:ext uri="{FF2B5EF4-FFF2-40B4-BE49-F238E27FC236}">
                  <a16:creationId xmlns:a16="http://schemas.microsoft.com/office/drawing/2014/main" id="{A84B5B2F-919B-4C99-A6DE-6D9AD8DD162A}"/>
                </a:ext>
              </a:extLst>
            </p:cNvPr>
            <p:cNvSpPr/>
            <p:nvPr/>
          </p:nvSpPr>
          <p:spPr>
            <a:xfrm>
              <a:off x="5119126" y="503811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001155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4846840" y="261557"/>
            <a:ext cx="2498321" cy="4023570"/>
          </a:xfrm>
          <a:prstGeom prst="rect">
            <a:avLst/>
          </a:prstGeom>
          <a:solidFill>
            <a:srgbClr val="77B5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9B1E58B-0449-468B-AD67-75B122DCBBAC}"/>
              </a:ext>
            </a:extLst>
          </p:cNvPr>
          <p:cNvGrpSpPr/>
          <p:nvPr/>
        </p:nvGrpSpPr>
        <p:grpSpPr>
          <a:xfrm>
            <a:off x="5119126" y="503811"/>
            <a:ext cx="1960098" cy="3499864"/>
            <a:chOff x="5119126" y="503811"/>
            <a:chExt cx="1960098" cy="3499864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E2DDBF"/>
            </a:solidFill>
            <a:ln w="127000">
              <a:solidFill>
                <a:srgbClr val="10202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/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/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/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/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/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/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10202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Bogen 20">
              <a:extLst>
                <a:ext uri="{FF2B5EF4-FFF2-40B4-BE49-F238E27FC236}">
                  <a16:creationId xmlns:a16="http://schemas.microsoft.com/office/drawing/2014/main" id="{73920F7D-AF0A-4733-A969-42FF711DB319}"/>
                </a:ext>
              </a:extLst>
            </p:cNvPr>
            <p:cNvSpPr/>
            <p:nvPr/>
          </p:nvSpPr>
          <p:spPr>
            <a:xfrm>
              <a:off x="5676777" y="1117628"/>
              <a:ext cx="831273" cy="616387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2" name="Bogen 21">
              <a:extLst>
                <a:ext uri="{FF2B5EF4-FFF2-40B4-BE49-F238E27FC236}">
                  <a16:creationId xmlns:a16="http://schemas.microsoft.com/office/drawing/2014/main" id="{135CD671-269C-43B5-9F8C-4DD7E2BE1EEF}"/>
                </a:ext>
              </a:extLst>
            </p:cNvPr>
            <p:cNvSpPr/>
            <p:nvPr/>
          </p:nvSpPr>
          <p:spPr>
            <a:xfrm>
              <a:off x="5427790" y="819442"/>
              <a:ext cx="1338773" cy="992698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Bogen 22">
              <a:extLst>
                <a:ext uri="{FF2B5EF4-FFF2-40B4-BE49-F238E27FC236}">
                  <a16:creationId xmlns:a16="http://schemas.microsoft.com/office/drawing/2014/main" id="{A84B5B2F-919B-4C99-A6DE-6D9AD8DD162A}"/>
                </a:ext>
              </a:extLst>
            </p:cNvPr>
            <p:cNvSpPr/>
            <p:nvPr/>
          </p:nvSpPr>
          <p:spPr>
            <a:xfrm>
              <a:off x="5119126" y="503811"/>
              <a:ext cx="1960098" cy="1507864"/>
            </a:xfrm>
            <a:prstGeom prst="arc">
              <a:avLst>
                <a:gd name="adj1" fmla="val 12170018"/>
                <a:gd name="adj2" fmla="val 20320233"/>
              </a:avLst>
            </a:prstGeom>
            <a:noFill/>
            <a:ln w="127000" cap="rnd">
              <a:solidFill>
                <a:srgbClr val="10202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2244217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A1BAB295-0861-4FC6-83B6-70896E2EEE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9113EB08-A1FB-4B2D-9976-55DFA4697813}"/>
              </a:ext>
            </a:extLst>
          </p:cNvPr>
          <p:cNvSpPr/>
          <p:nvPr/>
        </p:nvSpPr>
        <p:spPr>
          <a:xfrm rot="19852410">
            <a:off x="-611779" y="454017"/>
            <a:ext cx="6557555" cy="2220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800" b="1" dirty="0">
                <a:solidFill>
                  <a:srgbClr val="FF0000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ORIGINAL</a:t>
            </a:r>
            <a:endParaRPr lang="de-DE" sz="4000" dirty="0">
              <a:solidFill>
                <a:srgbClr val="FF0000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43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2856000" y="-1"/>
            <a:ext cx="6480000" cy="6480000"/>
          </a:xfrm>
          <a:prstGeom prst="rect">
            <a:avLst/>
          </a:prstGeom>
          <a:solidFill>
            <a:srgbClr val="79C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8A4546A-46AF-4880-B339-5FCD28E5481F}"/>
              </a:ext>
            </a:extLst>
          </p:cNvPr>
          <p:cNvSpPr/>
          <p:nvPr/>
        </p:nvSpPr>
        <p:spPr>
          <a:xfrm>
            <a:off x="2817223" y="4032069"/>
            <a:ext cx="6557555" cy="2220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9800" b="1" dirty="0">
                <a:solidFill>
                  <a:srgbClr val="006039"/>
                </a:solidFill>
                <a:latin typeface="Franklin Gothic Medium" panose="020B06030201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SÜDSALAT</a:t>
            </a:r>
            <a:br>
              <a:rPr lang="de-DE" dirty="0">
                <a:solidFill>
                  <a:srgbClr val="006039"/>
                </a:solidFill>
              </a:rPr>
            </a:br>
            <a:r>
              <a:rPr lang="de-DE" sz="4000" dirty="0">
                <a:solidFill>
                  <a:srgbClr val="006039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THEMEN AUS DEM LEBEN</a:t>
            </a:r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9B1E58B-0449-468B-AD67-75B122DCBBAC}"/>
              </a:ext>
            </a:extLst>
          </p:cNvPr>
          <p:cNvGrpSpPr/>
          <p:nvPr/>
        </p:nvGrpSpPr>
        <p:grpSpPr>
          <a:xfrm>
            <a:off x="5270501" y="1476342"/>
            <a:ext cx="1654174" cy="2527333"/>
            <a:chOff x="5270501" y="1476342"/>
            <a:chExt cx="1654174" cy="252733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79CB73"/>
            </a:solidFill>
            <a:ln w="127000">
              <a:solidFill>
                <a:srgbClr val="0060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/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/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/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/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/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/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006039"/>
            </a:solidFill>
            <a:ln>
              <a:solidFill>
                <a:srgbClr val="0060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19A95D3E-3BB1-4352-B80B-8183A942E1DC}"/>
              </a:ext>
            </a:extLst>
          </p:cNvPr>
          <p:cNvSpPr/>
          <p:nvPr/>
        </p:nvSpPr>
        <p:spPr>
          <a:xfrm>
            <a:off x="4522110" y="909394"/>
            <a:ext cx="3135080" cy="3135080"/>
          </a:xfrm>
          <a:prstGeom prst="ellipse">
            <a:avLst/>
          </a:prstGeom>
          <a:noFill/>
          <a:ln w="127000">
            <a:solidFill>
              <a:srgbClr val="0060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3084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39FECDD3-74F5-4484-A542-ABB290E64CA8}"/>
              </a:ext>
            </a:extLst>
          </p:cNvPr>
          <p:cNvSpPr/>
          <p:nvPr/>
        </p:nvSpPr>
        <p:spPr>
          <a:xfrm>
            <a:off x="4267105" y="653461"/>
            <a:ext cx="3657791" cy="3657792"/>
          </a:xfrm>
          <a:prstGeom prst="rect">
            <a:avLst/>
          </a:prstGeom>
          <a:solidFill>
            <a:srgbClr val="79C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9B1E58B-0449-468B-AD67-75B122DCBBAC}"/>
              </a:ext>
            </a:extLst>
          </p:cNvPr>
          <p:cNvGrpSpPr/>
          <p:nvPr/>
        </p:nvGrpSpPr>
        <p:grpSpPr>
          <a:xfrm>
            <a:off x="5270501" y="1476342"/>
            <a:ext cx="1654174" cy="2527333"/>
            <a:chOff x="5270501" y="1476342"/>
            <a:chExt cx="1654174" cy="252733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203778D9-979D-49C6-A295-F4A6B983999E}"/>
                </a:ext>
              </a:extLst>
            </p:cNvPr>
            <p:cNvSpPr/>
            <p:nvPr/>
          </p:nvSpPr>
          <p:spPr>
            <a:xfrm rot="16200000">
              <a:off x="5246671" y="1798621"/>
              <a:ext cx="1685958" cy="1041400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998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5"/>
                <a:gd name="connsiteY0" fmla="*/ 0 h 21600"/>
                <a:gd name="connsiteX1" fmla="*/ 18125 w 26985"/>
                <a:gd name="connsiteY1" fmla="*/ 0 h 21600"/>
                <a:gd name="connsiteX2" fmla="*/ 26985 w 26985"/>
                <a:gd name="connsiteY2" fmla="*/ 10866 h 21600"/>
                <a:gd name="connsiteX3" fmla="*/ 18125 w 26985"/>
                <a:gd name="connsiteY3" fmla="*/ 21600 h 21600"/>
                <a:gd name="connsiteX4" fmla="*/ 3475 w 26985"/>
                <a:gd name="connsiteY4" fmla="*/ 21600 h 21600"/>
                <a:gd name="connsiteX5" fmla="*/ 0 w 26985"/>
                <a:gd name="connsiteY5" fmla="*/ 10800 h 21600"/>
                <a:gd name="connsiteX6" fmla="*/ 3475 w 26985"/>
                <a:gd name="connsiteY6" fmla="*/ 0 h 21600"/>
                <a:gd name="connsiteX0" fmla="*/ 3475 w 26986"/>
                <a:gd name="connsiteY0" fmla="*/ 0 h 21600"/>
                <a:gd name="connsiteX1" fmla="*/ 18125 w 26986"/>
                <a:gd name="connsiteY1" fmla="*/ 0 h 21600"/>
                <a:gd name="connsiteX2" fmla="*/ 26985 w 26986"/>
                <a:gd name="connsiteY2" fmla="*/ 10866 h 21600"/>
                <a:gd name="connsiteX3" fmla="*/ 18125 w 26986"/>
                <a:gd name="connsiteY3" fmla="*/ 21600 h 21600"/>
                <a:gd name="connsiteX4" fmla="*/ 3475 w 26986"/>
                <a:gd name="connsiteY4" fmla="*/ 21600 h 21600"/>
                <a:gd name="connsiteX5" fmla="*/ 0 w 26986"/>
                <a:gd name="connsiteY5" fmla="*/ 10800 h 21600"/>
                <a:gd name="connsiteX6" fmla="*/ 3475 w 26986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7913 w 31424"/>
                <a:gd name="connsiteY0" fmla="*/ 0 h 21600"/>
                <a:gd name="connsiteX1" fmla="*/ 22563 w 31424"/>
                <a:gd name="connsiteY1" fmla="*/ 0 h 21600"/>
                <a:gd name="connsiteX2" fmla="*/ 31423 w 31424"/>
                <a:gd name="connsiteY2" fmla="*/ 10866 h 21600"/>
                <a:gd name="connsiteX3" fmla="*/ 22563 w 31424"/>
                <a:gd name="connsiteY3" fmla="*/ 21600 h 21600"/>
                <a:gd name="connsiteX4" fmla="*/ 7913 w 31424"/>
                <a:gd name="connsiteY4" fmla="*/ 21600 h 21600"/>
                <a:gd name="connsiteX5" fmla="*/ 0 w 31424"/>
                <a:gd name="connsiteY5" fmla="*/ 10602 h 21600"/>
                <a:gd name="connsiteX6" fmla="*/ 7913 w 31424"/>
                <a:gd name="connsiteY6" fmla="*/ 0 h 21600"/>
                <a:gd name="connsiteX0" fmla="*/ 8150 w 31661"/>
                <a:gd name="connsiteY0" fmla="*/ 0 h 21600"/>
                <a:gd name="connsiteX1" fmla="*/ 22800 w 31661"/>
                <a:gd name="connsiteY1" fmla="*/ 0 h 21600"/>
                <a:gd name="connsiteX2" fmla="*/ 31660 w 31661"/>
                <a:gd name="connsiteY2" fmla="*/ 10866 h 21600"/>
                <a:gd name="connsiteX3" fmla="*/ 22800 w 31661"/>
                <a:gd name="connsiteY3" fmla="*/ 21600 h 21600"/>
                <a:gd name="connsiteX4" fmla="*/ 8150 w 31661"/>
                <a:gd name="connsiteY4" fmla="*/ 21600 h 21600"/>
                <a:gd name="connsiteX5" fmla="*/ 0 w 31661"/>
                <a:gd name="connsiteY5" fmla="*/ 10931 h 21600"/>
                <a:gd name="connsiteX6" fmla="*/ 8150 w 31661"/>
                <a:gd name="connsiteY6" fmla="*/ 0 h 21600"/>
                <a:gd name="connsiteX0" fmla="*/ 8150 w 31720"/>
                <a:gd name="connsiteY0" fmla="*/ 0 h 21600"/>
                <a:gd name="connsiteX1" fmla="*/ 22800 w 31720"/>
                <a:gd name="connsiteY1" fmla="*/ 0 h 21600"/>
                <a:gd name="connsiteX2" fmla="*/ 31719 w 31720"/>
                <a:gd name="connsiteY2" fmla="*/ 11064 h 21600"/>
                <a:gd name="connsiteX3" fmla="*/ 22800 w 31720"/>
                <a:gd name="connsiteY3" fmla="*/ 21600 h 21600"/>
                <a:gd name="connsiteX4" fmla="*/ 8150 w 31720"/>
                <a:gd name="connsiteY4" fmla="*/ 21600 h 21600"/>
                <a:gd name="connsiteX5" fmla="*/ 0 w 31720"/>
                <a:gd name="connsiteY5" fmla="*/ 10931 h 21600"/>
                <a:gd name="connsiteX6" fmla="*/ 8150 w 31720"/>
                <a:gd name="connsiteY6" fmla="*/ 0 h 2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720" h="21600">
                  <a:moveTo>
                    <a:pt x="8150" y="0"/>
                  </a:moveTo>
                  <a:lnTo>
                    <a:pt x="22800" y="0"/>
                  </a:lnTo>
                  <a:cubicBezTo>
                    <a:pt x="24719" y="0"/>
                    <a:pt x="31601" y="2004"/>
                    <a:pt x="31719" y="11064"/>
                  </a:cubicBezTo>
                  <a:cubicBezTo>
                    <a:pt x="31837" y="20124"/>
                    <a:pt x="24719" y="21600"/>
                    <a:pt x="22800" y="21600"/>
                  </a:cubicBezTo>
                  <a:lnTo>
                    <a:pt x="8150" y="21600"/>
                  </a:lnTo>
                  <a:cubicBezTo>
                    <a:pt x="6231" y="21600"/>
                    <a:pt x="0" y="18872"/>
                    <a:pt x="0" y="10931"/>
                  </a:cubicBezTo>
                  <a:cubicBezTo>
                    <a:pt x="0" y="2990"/>
                    <a:pt x="6231" y="0"/>
                    <a:pt x="8150" y="0"/>
                  </a:cubicBezTo>
                  <a:close/>
                </a:path>
              </a:pathLst>
            </a:custGeom>
            <a:solidFill>
              <a:srgbClr val="79CB73"/>
            </a:solidFill>
            <a:ln w="127000">
              <a:solidFill>
                <a:srgbClr val="0060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D2BE4F12-D3F5-444A-80C0-CED7C438D3D0}"/>
                </a:ext>
              </a:extLst>
            </p:cNvPr>
            <p:cNvCxnSpPr/>
            <p:nvPr/>
          </p:nvCxnSpPr>
          <p:spPr>
            <a:xfrm>
              <a:off x="5651500" y="195897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Gerader Verbinder 8">
              <a:extLst>
                <a:ext uri="{FF2B5EF4-FFF2-40B4-BE49-F238E27FC236}">
                  <a16:creationId xmlns:a16="http://schemas.microsoft.com/office/drawing/2014/main" id="{2C643247-8338-4B47-9719-9B7642E5A29C}"/>
                </a:ext>
              </a:extLst>
            </p:cNvPr>
            <p:cNvCxnSpPr/>
            <p:nvPr/>
          </p:nvCxnSpPr>
          <p:spPr>
            <a:xfrm>
              <a:off x="5651500" y="220662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D0BBF415-6F7B-41F0-AC2C-04654E25E021}"/>
                </a:ext>
              </a:extLst>
            </p:cNvPr>
            <p:cNvCxnSpPr/>
            <p:nvPr/>
          </p:nvCxnSpPr>
          <p:spPr>
            <a:xfrm>
              <a:off x="5651500" y="2451100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Gerader Verbinder 10">
              <a:extLst>
                <a:ext uri="{FF2B5EF4-FFF2-40B4-BE49-F238E27FC236}">
                  <a16:creationId xmlns:a16="http://schemas.microsoft.com/office/drawing/2014/main" id="{F4FB38CF-CADD-422F-8CBB-961E06E941A6}"/>
                </a:ext>
              </a:extLst>
            </p:cNvPr>
            <p:cNvCxnSpPr/>
            <p:nvPr/>
          </p:nvCxnSpPr>
          <p:spPr>
            <a:xfrm>
              <a:off x="6292850" y="2451100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28B46ABC-2118-48DA-8856-F4B6DAA2358F}"/>
                </a:ext>
              </a:extLst>
            </p:cNvPr>
            <p:cNvCxnSpPr/>
            <p:nvPr/>
          </p:nvCxnSpPr>
          <p:spPr>
            <a:xfrm>
              <a:off x="6292850" y="220662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Gerader Verbinder 12">
              <a:extLst>
                <a:ext uri="{FF2B5EF4-FFF2-40B4-BE49-F238E27FC236}">
                  <a16:creationId xmlns:a16="http://schemas.microsoft.com/office/drawing/2014/main" id="{36B075B2-3BED-42EC-808E-F6E2B70C2B53}"/>
                </a:ext>
              </a:extLst>
            </p:cNvPr>
            <p:cNvCxnSpPr/>
            <p:nvPr/>
          </p:nvCxnSpPr>
          <p:spPr>
            <a:xfrm>
              <a:off x="6292850" y="1958975"/>
              <a:ext cx="252000" cy="0"/>
            </a:xfrm>
            <a:prstGeom prst="line">
              <a:avLst/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802C9C0E-D6FE-4C6F-ADA3-D2240C40C8FF}"/>
                </a:ext>
              </a:extLst>
            </p:cNvPr>
            <p:cNvSpPr/>
            <p:nvPr/>
          </p:nvSpPr>
          <p:spPr>
            <a:xfrm>
              <a:off x="5270501" y="1597025"/>
              <a:ext cx="1654174" cy="1860550"/>
            </a:xfrm>
            <a:prstGeom prst="arc">
              <a:avLst>
                <a:gd name="adj1" fmla="val 1651"/>
                <a:gd name="adj2" fmla="val 10793953"/>
              </a:avLst>
            </a:prstGeom>
            <a:ln w="127000" cap="rnd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F39E4447-179D-4835-8A70-BE3DE29D9AB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62300"/>
              <a:ext cx="0" cy="720725"/>
            </a:xfrm>
            <a:prstGeom prst="line">
              <a:avLst/>
            </a:prstGeom>
            <a:ln w="127000">
              <a:solidFill>
                <a:srgbClr val="00603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Flussdiagramm: Grenzstelle 19">
              <a:extLst>
                <a:ext uri="{FF2B5EF4-FFF2-40B4-BE49-F238E27FC236}">
                  <a16:creationId xmlns:a16="http://schemas.microsoft.com/office/drawing/2014/main" id="{BDB3F627-60D8-412F-84BC-2FEDFA54F63F}"/>
                </a:ext>
              </a:extLst>
            </p:cNvPr>
            <p:cNvSpPr/>
            <p:nvPr/>
          </p:nvSpPr>
          <p:spPr>
            <a:xfrm>
              <a:off x="5535612" y="3773487"/>
              <a:ext cx="1122363" cy="230188"/>
            </a:xfrm>
            <a:custGeom>
              <a:avLst/>
              <a:gdLst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18125 w 21600"/>
                <a:gd name="connsiteY3" fmla="*/ 21600 h 21600"/>
                <a:gd name="connsiteX4" fmla="*/ 3475 w 21600"/>
                <a:gd name="connsiteY4" fmla="*/ 21600 h 21600"/>
                <a:gd name="connsiteX5" fmla="*/ 0 w 21600"/>
                <a:gd name="connsiteY5" fmla="*/ 10800 h 21600"/>
                <a:gd name="connsiteX6" fmla="*/ 3475 w 21600"/>
                <a:gd name="connsiteY6" fmla="*/ 0 h 21600"/>
                <a:gd name="connsiteX0" fmla="*/ 3475 w 21600"/>
                <a:gd name="connsiteY0" fmla="*/ 0 h 21600"/>
                <a:gd name="connsiteX1" fmla="*/ 18125 w 21600"/>
                <a:gd name="connsiteY1" fmla="*/ 0 h 21600"/>
                <a:gd name="connsiteX2" fmla="*/ 21600 w 21600"/>
                <a:gd name="connsiteY2" fmla="*/ 10800 h 21600"/>
                <a:gd name="connsiteX3" fmla="*/ 3475 w 21600"/>
                <a:gd name="connsiteY3" fmla="*/ 21600 h 21600"/>
                <a:gd name="connsiteX4" fmla="*/ 0 w 21600"/>
                <a:gd name="connsiteY4" fmla="*/ 10800 h 21600"/>
                <a:gd name="connsiteX5" fmla="*/ 3475 w 21600"/>
                <a:gd name="connsiteY5" fmla="*/ 0 h 21600"/>
                <a:gd name="connsiteX0" fmla="*/ 3475 w 21600"/>
                <a:gd name="connsiteY0" fmla="*/ 0 h 12150"/>
                <a:gd name="connsiteX1" fmla="*/ 18125 w 21600"/>
                <a:gd name="connsiteY1" fmla="*/ 0 h 12150"/>
                <a:gd name="connsiteX2" fmla="*/ 21600 w 21600"/>
                <a:gd name="connsiteY2" fmla="*/ 10800 h 12150"/>
                <a:gd name="connsiteX3" fmla="*/ 0 w 21600"/>
                <a:gd name="connsiteY3" fmla="*/ 10800 h 12150"/>
                <a:gd name="connsiteX4" fmla="*/ 3475 w 21600"/>
                <a:gd name="connsiteY4" fmla="*/ 0 h 12150"/>
                <a:gd name="connsiteX0" fmla="*/ 3475 w 21600"/>
                <a:gd name="connsiteY0" fmla="*/ 0 h 11628"/>
                <a:gd name="connsiteX1" fmla="*/ 18125 w 21600"/>
                <a:gd name="connsiteY1" fmla="*/ 0 h 11628"/>
                <a:gd name="connsiteX2" fmla="*/ 21600 w 21600"/>
                <a:gd name="connsiteY2" fmla="*/ 10800 h 11628"/>
                <a:gd name="connsiteX3" fmla="*/ 0 w 21600"/>
                <a:gd name="connsiteY3" fmla="*/ 10800 h 11628"/>
                <a:gd name="connsiteX4" fmla="*/ 3475 w 21600"/>
                <a:gd name="connsiteY4" fmla="*/ 0 h 11628"/>
                <a:gd name="connsiteX0" fmla="*/ 3475 w 21600"/>
                <a:gd name="connsiteY0" fmla="*/ 0 h 10838"/>
                <a:gd name="connsiteX1" fmla="*/ 18125 w 21600"/>
                <a:gd name="connsiteY1" fmla="*/ 0 h 10838"/>
                <a:gd name="connsiteX2" fmla="*/ 21600 w 21600"/>
                <a:gd name="connsiteY2" fmla="*/ 10800 h 10838"/>
                <a:gd name="connsiteX3" fmla="*/ 0 w 21600"/>
                <a:gd name="connsiteY3" fmla="*/ 10800 h 10838"/>
                <a:gd name="connsiteX4" fmla="*/ 3475 w 21600"/>
                <a:gd name="connsiteY4" fmla="*/ 0 h 10838"/>
                <a:gd name="connsiteX0" fmla="*/ 3475 w 21600"/>
                <a:gd name="connsiteY0" fmla="*/ 0 h 10800"/>
                <a:gd name="connsiteX1" fmla="*/ 18125 w 21600"/>
                <a:gd name="connsiteY1" fmla="*/ 0 h 10800"/>
                <a:gd name="connsiteX2" fmla="*/ 21600 w 21600"/>
                <a:gd name="connsiteY2" fmla="*/ 10800 h 10800"/>
                <a:gd name="connsiteX3" fmla="*/ 0 w 21600"/>
                <a:gd name="connsiteY3" fmla="*/ 10800 h 10800"/>
                <a:gd name="connsiteX4" fmla="*/ 3475 w 21600"/>
                <a:gd name="connsiteY4" fmla="*/ 0 h 1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00" h="10800">
                  <a:moveTo>
                    <a:pt x="3475" y="0"/>
                  </a:moveTo>
                  <a:lnTo>
                    <a:pt x="18125" y="0"/>
                  </a:lnTo>
                  <a:cubicBezTo>
                    <a:pt x="20044" y="0"/>
                    <a:pt x="21507" y="5288"/>
                    <a:pt x="21600" y="10800"/>
                  </a:cubicBezTo>
                  <a:lnTo>
                    <a:pt x="0" y="10800"/>
                  </a:lnTo>
                  <a:cubicBezTo>
                    <a:pt x="0" y="4835"/>
                    <a:pt x="1556" y="0"/>
                    <a:pt x="3475" y="0"/>
                  </a:cubicBezTo>
                  <a:close/>
                </a:path>
              </a:pathLst>
            </a:custGeom>
            <a:solidFill>
              <a:srgbClr val="006039"/>
            </a:solidFill>
            <a:ln>
              <a:solidFill>
                <a:srgbClr val="00603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2" name="Ellipse 1">
            <a:extLst>
              <a:ext uri="{FF2B5EF4-FFF2-40B4-BE49-F238E27FC236}">
                <a16:creationId xmlns:a16="http://schemas.microsoft.com/office/drawing/2014/main" id="{19A95D3E-3BB1-4352-B80B-8183A942E1DC}"/>
              </a:ext>
            </a:extLst>
          </p:cNvPr>
          <p:cNvSpPr/>
          <p:nvPr/>
        </p:nvSpPr>
        <p:spPr>
          <a:xfrm>
            <a:off x="4522110" y="909394"/>
            <a:ext cx="3135080" cy="3135080"/>
          </a:xfrm>
          <a:prstGeom prst="ellipse">
            <a:avLst/>
          </a:prstGeom>
          <a:noFill/>
          <a:ln w="127000">
            <a:solidFill>
              <a:srgbClr val="0060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8475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Breitbild</PresentationFormat>
  <Paragraphs>9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Franklin Gothic Book</vt:lpstr>
      <vt:lpstr>Franklin Gothic Medium</vt:lpstr>
      <vt:lpstr>Verdana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Thorsten Koch</dc:creator>
  <cp:lastModifiedBy>Thorsten Koch</cp:lastModifiedBy>
  <cp:revision>28</cp:revision>
  <dcterms:created xsi:type="dcterms:W3CDTF">2025-11-02T17:15:59Z</dcterms:created>
  <dcterms:modified xsi:type="dcterms:W3CDTF">2026-03-18T20:32:40Z</dcterms:modified>
</cp:coreProperties>
</file>