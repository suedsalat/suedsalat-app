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8" autoAdjust="0"/>
    <p:restoredTop sz="94660"/>
  </p:normalViewPr>
  <p:slideViewPr>
    <p:cSldViewPr>
      <p:cViewPr>
        <p:scale>
          <a:sx n="75" d="100"/>
          <a:sy n="75" d="100"/>
        </p:scale>
        <p:origin x="3114" y="7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216027" cy="21602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45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15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04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423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652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814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6079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908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03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272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9723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BD86E-7685-4C28-82FF-589EC31DB996}" type="datetimeFigureOut">
              <a:rPr lang="de-DE" smtClean="0"/>
              <a:t>09.02.2026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FEBD5-2253-4879-99B3-087ED24B8C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835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221" y="2133600"/>
            <a:ext cx="2829946" cy="2849198"/>
          </a:xfrm>
          <a:prstGeom prst="rect">
            <a:avLst/>
          </a:prstGeom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21" y="188640"/>
            <a:ext cx="15049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88640"/>
            <a:ext cx="146685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 descr="C:\Users\thors\Desktop\Stick\Südsalat\Logo\QR-Code\südsalat-eu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301" y="162996"/>
            <a:ext cx="1735397" cy="173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356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549E383-0046-436B-A63D-28BB4F19454E}"/>
              </a:ext>
            </a:extLst>
          </p:cNvPr>
          <p:cNvGrpSpPr/>
          <p:nvPr/>
        </p:nvGrpSpPr>
        <p:grpSpPr>
          <a:xfrm>
            <a:off x="0" y="0"/>
            <a:ext cx="7128000" cy="7128000"/>
            <a:chOff x="0" y="0"/>
            <a:chExt cx="7128000" cy="7128000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A5367AE4-5A43-4568-9E05-5DC5D712D8C9}"/>
                </a:ext>
              </a:extLst>
            </p:cNvPr>
            <p:cNvGrpSpPr/>
            <p:nvPr/>
          </p:nvGrpSpPr>
          <p:grpSpPr>
            <a:xfrm>
              <a:off x="0" y="5616000"/>
              <a:ext cx="1512000" cy="1512000"/>
              <a:chOff x="-1728000" y="5616000"/>
              <a:chExt cx="1512000" cy="1512000"/>
            </a:xfrm>
            <a:solidFill>
              <a:srgbClr val="102024"/>
            </a:solidFill>
          </p:grpSpPr>
          <p:sp>
            <p:nvSpPr>
              <p:cNvPr id="392" name="Rechteck 391">
                <a:extLst>
                  <a:ext uri="{FF2B5EF4-FFF2-40B4-BE49-F238E27FC236}">
                    <a16:creationId xmlns:a16="http://schemas.microsoft.com/office/drawing/2014/main" id="{98B913EC-5DBD-4DD1-BA41-E0D186212B70}"/>
                  </a:ext>
                </a:extLst>
              </p:cNvPr>
              <p:cNvSpPr/>
              <p:nvPr/>
            </p:nvSpPr>
            <p:spPr>
              <a:xfrm>
                <a:off x="-1728000" y="5616000"/>
                <a:ext cx="1512000" cy="151200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93" name="Rechteck 392">
                <a:extLst>
                  <a:ext uri="{FF2B5EF4-FFF2-40B4-BE49-F238E27FC236}">
                    <a16:creationId xmlns:a16="http://schemas.microsoft.com/office/drawing/2014/main" id="{3C695E7D-E644-4198-AD06-30916DDF07B5}"/>
                  </a:ext>
                </a:extLst>
              </p:cNvPr>
              <p:cNvSpPr/>
              <p:nvPr/>
            </p:nvSpPr>
            <p:spPr>
              <a:xfrm>
                <a:off x="-1512000" y="5832000"/>
                <a:ext cx="1080000" cy="10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79" name="Rechteck 378">
                <a:extLst>
                  <a:ext uri="{FF2B5EF4-FFF2-40B4-BE49-F238E27FC236}">
                    <a16:creationId xmlns:a16="http://schemas.microsoft.com/office/drawing/2014/main" id="{4F8D64E1-AA4B-461A-AEB8-1C071E05C208}"/>
                  </a:ext>
                </a:extLst>
              </p:cNvPr>
              <p:cNvSpPr/>
              <p:nvPr/>
            </p:nvSpPr>
            <p:spPr>
              <a:xfrm>
                <a:off x="-1296000" y="6048000"/>
                <a:ext cx="648000" cy="64800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6888BE8-68F8-41A6-8DAA-F28DD8E50431}"/>
                </a:ext>
              </a:extLst>
            </p:cNvPr>
            <p:cNvGrpSpPr/>
            <p:nvPr/>
          </p:nvGrpSpPr>
          <p:grpSpPr>
            <a:xfrm>
              <a:off x="0" y="0"/>
              <a:ext cx="7128000" cy="7128000"/>
              <a:chOff x="-1728000" y="0"/>
              <a:chExt cx="7128000" cy="7128000"/>
            </a:xfrm>
            <a:solidFill>
              <a:srgbClr val="102024"/>
            </a:solidFill>
          </p:grpSpPr>
          <p:sp>
            <p:nvSpPr>
              <p:cNvPr id="3" name="Rechteck 2"/>
              <p:cNvSpPr/>
              <p:nvPr/>
            </p:nvSpPr>
            <p:spPr>
              <a:xfrm>
                <a:off x="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" name="Rechteck 9"/>
              <p:cNvSpPr/>
              <p:nvPr/>
            </p:nvSpPr>
            <p:spPr>
              <a:xfrm>
                <a:off x="1728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" name="Rechteck 10"/>
              <p:cNvSpPr/>
              <p:nvPr/>
            </p:nvSpPr>
            <p:spPr>
              <a:xfrm>
                <a:off x="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" name="Rechteck 11"/>
              <p:cNvSpPr/>
              <p:nvPr/>
            </p:nvSpPr>
            <p:spPr>
              <a:xfrm>
                <a:off x="2592000" y="21516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" name="Rechteck 12"/>
              <p:cNvSpPr/>
              <p:nvPr/>
            </p:nvSpPr>
            <p:spPr>
              <a:xfrm>
                <a:off x="1512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" name="Rechteck 13"/>
              <p:cNvSpPr/>
              <p:nvPr/>
            </p:nvSpPr>
            <p:spPr>
              <a:xfrm>
                <a:off x="3024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" name="Rechteck 14"/>
              <p:cNvSpPr/>
              <p:nvPr/>
            </p:nvSpPr>
            <p:spPr>
              <a:xfrm>
                <a:off x="1296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" name="Rechteck 16"/>
              <p:cNvSpPr/>
              <p:nvPr/>
            </p:nvSpPr>
            <p:spPr>
              <a:xfrm>
                <a:off x="648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" name="Rechteck 17"/>
              <p:cNvSpPr/>
              <p:nvPr/>
            </p:nvSpPr>
            <p:spPr>
              <a:xfrm>
                <a:off x="864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Rechteck 18"/>
              <p:cNvSpPr/>
              <p:nvPr/>
            </p:nvSpPr>
            <p:spPr>
              <a:xfrm>
                <a:off x="2160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" name="Rechteck 19"/>
              <p:cNvSpPr/>
              <p:nvPr/>
            </p:nvSpPr>
            <p:spPr>
              <a:xfrm>
                <a:off x="432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1" name="Rechteck 20"/>
              <p:cNvSpPr/>
              <p:nvPr/>
            </p:nvSpPr>
            <p:spPr>
              <a:xfrm>
                <a:off x="1728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" name="Rechteck 21"/>
              <p:cNvSpPr/>
              <p:nvPr/>
            </p:nvSpPr>
            <p:spPr>
              <a:xfrm>
                <a:off x="1944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" name="Rechteck 22"/>
              <p:cNvSpPr/>
              <p:nvPr/>
            </p:nvSpPr>
            <p:spPr>
              <a:xfrm>
                <a:off x="432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" name="Rechteck 23"/>
              <p:cNvSpPr/>
              <p:nvPr/>
            </p:nvSpPr>
            <p:spPr>
              <a:xfrm>
                <a:off x="864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" name="Rechteck 24"/>
              <p:cNvSpPr/>
              <p:nvPr/>
            </p:nvSpPr>
            <p:spPr>
              <a:xfrm>
                <a:off x="1512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Rechteck 25"/>
              <p:cNvSpPr/>
              <p:nvPr/>
            </p:nvSpPr>
            <p:spPr>
              <a:xfrm>
                <a:off x="2376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" name="Rechteck 26"/>
              <p:cNvSpPr/>
              <p:nvPr/>
            </p:nvSpPr>
            <p:spPr>
              <a:xfrm>
                <a:off x="1296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Rechteck 27"/>
              <p:cNvSpPr/>
              <p:nvPr/>
            </p:nvSpPr>
            <p:spPr>
              <a:xfrm>
                <a:off x="2592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Rechteck 28"/>
              <p:cNvSpPr/>
              <p:nvPr/>
            </p:nvSpPr>
            <p:spPr>
              <a:xfrm>
                <a:off x="2592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" name="Rechteck 29"/>
              <p:cNvSpPr/>
              <p:nvPr/>
            </p:nvSpPr>
            <p:spPr>
              <a:xfrm>
                <a:off x="2808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" name="Rechteck 30"/>
              <p:cNvSpPr/>
              <p:nvPr/>
            </p:nvSpPr>
            <p:spPr>
              <a:xfrm>
                <a:off x="3024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" name="Rechteck 31"/>
              <p:cNvSpPr/>
              <p:nvPr/>
            </p:nvSpPr>
            <p:spPr>
              <a:xfrm>
                <a:off x="864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" name="Rechteck 32"/>
              <p:cNvSpPr/>
              <p:nvPr/>
            </p:nvSpPr>
            <p:spPr>
              <a:xfrm>
                <a:off x="2592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" name="Rechteck 33"/>
              <p:cNvSpPr/>
              <p:nvPr/>
            </p:nvSpPr>
            <p:spPr>
              <a:xfrm>
                <a:off x="432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" name="Rechteck 34"/>
              <p:cNvSpPr/>
              <p:nvPr/>
            </p:nvSpPr>
            <p:spPr>
              <a:xfrm>
                <a:off x="2376000" y="10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" name="Rechteck 35"/>
              <p:cNvSpPr/>
              <p:nvPr/>
            </p:nvSpPr>
            <p:spPr>
              <a:xfrm>
                <a:off x="3456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" name="Rechteck 36"/>
              <p:cNvSpPr/>
              <p:nvPr/>
            </p:nvSpPr>
            <p:spPr>
              <a:xfrm>
                <a:off x="1512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" name="Rechteck 37"/>
              <p:cNvSpPr/>
              <p:nvPr/>
            </p:nvSpPr>
            <p:spPr>
              <a:xfrm>
                <a:off x="216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" name="Rechteck 38"/>
              <p:cNvSpPr/>
              <p:nvPr/>
            </p:nvSpPr>
            <p:spPr>
              <a:xfrm>
                <a:off x="3240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" name="Rechteck 39"/>
              <p:cNvSpPr/>
              <p:nvPr/>
            </p:nvSpPr>
            <p:spPr>
              <a:xfrm>
                <a:off x="864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" name="Rechteck 40"/>
              <p:cNvSpPr/>
              <p:nvPr/>
            </p:nvSpPr>
            <p:spPr>
              <a:xfrm>
                <a:off x="1296000" y="1079158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Rechteck 41"/>
              <p:cNvSpPr/>
              <p:nvPr/>
            </p:nvSpPr>
            <p:spPr>
              <a:xfrm>
                <a:off x="3456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Rechteck 42"/>
              <p:cNvSpPr/>
              <p:nvPr/>
            </p:nvSpPr>
            <p:spPr>
              <a:xfrm>
                <a:off x="432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Rechteck 43"/>
              <p:cNvSpPr/>
              <p:nvPr/>
            </p:nvSpPr>
            <p:spPr>
              <a:xfrm>
                <a:off x="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Rechteck 44"/>
              <p:cNvSpPr/>
              <p:nvPr/>
            </p:nvSpPr>
            <p:spPr>
              <a:xfrm>
                <a:off x="216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6" name="Rechteck 45"/>
              <p:cNvSpPr/>
              <p:nvPr/>
            </p:nvSpPr>
            <p:spPr>
              <a:xfrm>
                <a:off x="864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7" name="Rechteck 46"/>
              <p:cNvSpPr/>
              <p:nvPr/>
            </p:nvSpPr>
            <p:spPr>
              <a:xfrm>
                <a:off x="1512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" name="Rechteck 47"/>
              <p:cNvSpPr/>
              <p:nvPr/>
            </p:nvSpPr>
            <p:spPr>
              <a:xfrm>
                <a:off x="2808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" name="Rechteck 48"/>
              <p:cNvSpPr/>
              <p:nvPr/>
            </p:nvSpPr>
            <p:spPr>
              <a:xfrm>
                <a:off x="1080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" name="Rechteck 49"/>
              <p:cNvSpPr/>
              <p:nvPr/>
            </p:nvSpPr>
            <p:spPr>
              <a:xfrm>
                <a:off x="1080000" y="15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" name="Rechteck 50"/>
              <p:cNvSpPr/>
              <p:nvPr/>
            </p:nvSpPr>
            <p:spPr>
              <a:xfrm>
                <a:off x="3024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2" name="Rechteck 51"/>
              <p:cNvSpPr/>
              <p:nvPr/>
            </p:nvSpPr>
            <p:spPr>
              <a:xfrm>
                <a:off x="431865" y="10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3" name="Rechteck 52"/>
              <p:cNvSpPr/>
              <p:nvPr/>
            </p:nvSpPr>
            <p:spPr>
              <a:xfrm>
                <a:off x="1080000" y="1079158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" name="Rechteck 53"/>
              <p:cNvSpPr/>
              <p:nvPr/>
            </p:nvSpPr>
            <p:spPr>
              <a:xfrm>
                <a:off x="1512000" y="1079158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5" name="Rechteck 54"/>
              <p:cNvSpPr/>
              <p:nvPr/>
            </p:nvSpPr>
            <p:spPr>
              <a:xfrm>
                <a:off x="2592000" y="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6" name="Rechteck 55"/>
              <p:cNvSpPr/>
              <p:nvPr/>
            </p:nvSpPr>
            <p:spPr>
              <a:xfrm>
                <a:off x="1296000" y="2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7" name="Rechteck 56"/>
              <p:cNvSpPr/>
              <p:nvPr/>
            </p:nvSpPr>
            <p:spPr>
              <a:xfrm>
                <a:off x="2808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8" name="Rechteck 57"/>
              <p:cNvSpPr/>
              <p:nvPr/>
            </p:nvSpPr>
            <p:spPr>
              <a:xfrm>
                <a:off x="2376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9" name="Rechteck 58"/>
              <p:cNvSpPr/>
              <p:nvPr/>
            </p:nvSpPr>
            <p:spPr>
              <a:xfrm>
                <a:off x="1728000" y="1079158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0" name="Rechteck 59"/>
              <p:cNvSpPr/>
              <p:nvPr/>
            </p:nvSpPr>
            <p:spPr>
              <a:xfrm>
                <a:off x="432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1" name="Rechteck 60"/>
              <p:cNvSpPr/>
              <p:nvPr/>
            </p:nvSpPr>
            <p:spPr>
              <a:xfrm>
                <a:off x="0" y="15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2" name="Rechteck 61"/>
              <p:cNvSpPr/>
              <p:nvPr/>
            </p:nvSpPr>
            <p:spPr>
              <a:xfrm>
                <a:off x="2808000" y="10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3" name="Rechteck 62"/>
              <p:cNvSpPr/>
              <p:nvPr/>
            </p:nvSpPr>
            <p:spPr>
              <a:xfrm>
                <a:off x="3024000" y="10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4" name="Rechteck 63"/>
              <p:cNvSpPr/>
              <p:nvPr/>
            </p:nvSpPr>
            <p:spPr>
              <a:xfrm>
                <a:off x="0" y="1295158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5" name="Rechteck 64"/>
              <p:cNvSpPr/>
              <p:nvPr/>
            </p:nvSpPr>
            <p:spPr>
              <a:xfrm>
                <a:off x="3456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6" name="Rechteck 65"/>
              <p:cNvSpPr/>
              <p:nvPr/>
            </p:nvSpPr>
            <p:spPr>
              <a:xfrm>
                <a:off x="2160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7" name="Rechteck 66"/>
              <p:cNvSpPr/>
              <p:nvPr/>
            </p:nvSpPr>
            <p:spPr>
              <a:xfrm>
                <a:off x="649365" y="15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8" name="Rechteck 67"/>
              <p:cNvSpPr/>
              <p:nvPr/>
            </p:nvSpPr>
            <p:spPr>
              <a:xfrm>
                <a:off x="432000" y="15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9" name="Rechteck 68"/>
              <p:cNvSpPr/>
              <p:nvPr/>
            </p:nvSpPr>
            <p:spPr>
              <a:xfrm>
                <a:off x="864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0" name="Rechteck 69"/>
              <p:cNvSpPr/>
              <p:nvPr/>
            </p:nvSpPr>
            <p:spPr>
              <a:xfrm>
                <a:off x="1728000" y="1295158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1" name="Rechteck 70"/>
              <p:cNvSpPr/>
              <p:nvPr/>
            </p:nvSpPr>
            <p:spPr>
              <a:xfrm>
                <a:off x="1296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2" name="Rechteck 71"/>
              <p:cNvSpPr/>
              <p:nvPr/>
            </p:nvSpPr>
            <p:spPr>
              <a:xfrm>
                <a:off x="3024000" y="12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3" name="Rechteck 72"/>
              <p:cNvSpPr/>
              <p:nvPr/>
            </p:nvSpPr>
            <p:spPr>
              <a:xfrm>
                <a:off x="216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4" name="Rechteck 73"/>
              <p:cNvSpPr/>
              <p:nvPr/>
            </p:nvSpPr>
            <p:spPr>
              <a:xfrm>
                <a:off x="3456000" y="15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" name="Rechteck 74"/>
              <p:cNvSpPr/>
              <p:nvPr/>
            </p:nvSpPr>
            <p:spPr>
              <a:xfrm>
                <a:off x="2160000" y="4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6" name="Rechteck 75"/>
              <p:cNvSpPr/>
              <p:nvPr/>
            </p:nvSpPr>
            <p:spPr>
              <a:xfrm>
                <a:off x="648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7" name="Rechteck 76"/>
              <p:cNvSpPr/>
              <p:nvPr/>
            </p:nvSpPr>
            <p:spPr>
              <a:xfrm>
                <a:off x="1728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8" name="Rechteck 77"/>
              <p:cNvSpPr/>
              <p:nvPr/>
            </p:nvSpPr>
            <p:spPr>
              <a:xfrm>
                <a:off x="2592000" y="6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9" name="Rechteck 78"/>
              <p:cNvSpPr/>
              <p:nvPr/>
            </p:nvSpPr>
            <p:spPr>
              <a:xfrm>
                <a:off x="216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0" name="Rechteck 79"/>
              <p:cNvSpPr/>
              <p:nvPr/>
            </p:nvSpPr>
            <p:spPr>
              <a:xfrm>
                <a:off x="864000" y="10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1" name="Rechteck 80"/>
              <p:cNvSpPr/>
              <p:nvPr/>
            </p:nvSpPr>
            <p:spPr>
              <a:xfrm>
                <a:off x="648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2" name="Rechteck 81"/>
              <p:cNvSpPr/>
              <p:nvPr/>
            </p:nvSpPr>
            <p:spPr>
              <a:xfrm>
                <a:off x="1728000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3" name="Rechteck 82"/>
              <p:cNvSpPr/>
              <p:nvPr/>
            </p:nvSpPr>
            <p:spPr>
              <a:xfrm>
                <a:off x="2160786" y="8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4" name="Rechteck 83"/>
              <p:cNvSpPr/>
              <p:nvPr/>
            </p:nvSpPr>
            <p:spPr>
              <a:xfrm>
                <a:off x="-216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5" name="Rechteck 84"/>
              <p:cNvSpPr/>
              <p:nvPr/>
            </p:nvSpPr>
            <p:spPr>
              <a:xfrm>
                <a:off x="-4392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6" name="Rechteck 85"/>
              <p:cNvSpPr/>
              <p:nvPr/>
            </p:nvSpPr>
            <p:spPr>
              <a:xfrm>
                <a:off x="1080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7" name="Rechteck 86"/>
              <p:cNvSpPr/>
              <p:nvPr/>
            </p:nvSpPr>
            <p:spPr>
              <a:xfrm>
                <a:off x="216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8" name="Rechteck 87"/>
              <p:cNvSpPr/>
              <p:nvPr/>
            </p:nvSpPr>
            <p:spPr>
              <a:xfrm>
                <a:off x="3024000" y="172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89" name="Rechteck 88"/>
              <p:cNvSpPr/>
              <p:nvPr/>
            </p:nvSpPr>
            <p:spPr>
              <a:xfrm>
                <a:off x="3888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0" name="Rechteck 89"/>
              <p:cNvSpPr/>
              <p:nvPr/>
            </p:nvSpPr>
            <p:spPr>
              <a:xfrm>
                <a:off x="4320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1" name="Rechteck 90"/>
              <p:cNvSpPr/>
              <p:nvPr/>
            </p:nvSpPr>
            <p:spPr>
              <a:xfrm>
                <a:off x="5184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" name="Rechteck 91"/>
              <p:cNvSpPr/>
              <p:nvPr/>
            </p:nvSpPr>
            <p:spPr>
              <a:xfrm>
                <a:off x="3456000" y="172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" name="Rechteck 92"/>
              <p:cNvSpPr/>
              <p:nvPr/>
            </p:nvSpPr>
            <p:spPr>
              <a:xfrm>
                <a:off x="4752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4" name="Rechteck 93"/>
              <p:cNvSpPr/>
              <p:nvPr/>
            </p:nvSpPr>
            <p:spPr>
              <a:xfrm>
                <a:off x="-648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5" name="Rechteck 94"/>
              <p:cNvSpPr/>
              <p:nvPr/>
            </p:nvSpPr>
            <p:spPr>
              <a:xfrm>
                <a:off x="2808000" y="17284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6" name="Rechteck 95"/>
              <p:cNvSpPr/>
              <p:nvPr/>
            </p:nvSpPr>
            <p:spPr>
              <a:xfrm>
                <a:off x="1944000" y="1726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7" name="Rechteck 96">
                <a:extLst>
                  <a:ext uri="{FF2B5EF4-FFF2-40B4-BE49-F238E27FC236}">
                    <a16:creationId xmlns:a16="http://schemas.microsoft.com/office/drawing/2014/main" id="{C052311D-D623-4B3B-82BC-A0E1A8FE1E3A}"/>
                  </a:ext>
                </a:extLst>
              </p:cNvPr>
              <p:cNvSpPr/>
              <p:nvPr/>
            </p:nvSpPr>
            <p:spPr>
              <a:xfrm>
                <a:off x="-860825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2353F887-6581-4AB5-950D-ACB3A7DEF80D}"/>
                  </a:ext>
                </a:extLst>
              </p:cNvPr>
              <p:cNvSpPr/>
              <p:nvPr/>
            </p:nvSpPr>
            <p:spPr>
              <a:xfrm>
                <a:off x="1944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7EF4527C-48C6-43F8-AE3A-FCC4B98892BD}"/>
                  </a:ext>
                </a:extLst>
              </p:cNvPr>
              <p:cNvSpPr/>
              <p:nvPr/>
            </p:nvSpPr>
            <p:spPr>
              <a:xfrm>
                <a:off x="648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660AC64C-C05C-4D33-A175-230BE71CA02D}"/>
                  </a:ext>
                </a:extLst>
              </p:cNvPr>
              <p:cNvSpPr/>
              <p:nvPr/>
            </p:nvSpPr>
            <p:spPr>
              <a:xfrm>
                <a:off x="-1080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69C1DD69-9BB1-4046-960A-E934FE883B29}"/>
                  </a:ext>
                </a:extLst>
              </p:cNvPr>
              <p:cNvSpPr/>
              <p:nvPr/>
            </p:nvSpPr>
            <p:spPr>
              <a:xfrm>
                <a:off x="864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730F6A8C-A612-4995-9305-75403AA60331}"/>
                  </a:ext>
                </a:extLst>
              </p:cNvPr>
              <p:cNvSpPr/>
              <p:nvPr/>
            </p:nvSpPr>
            <p:spPr>
              <a:xfrm>
                <a:off x="2376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B040D62F-E9B6-4ABA-B310-52BE3719D88A}"/>
                  </a:ext>
                </a:extLst>
              </p:cNvPr>
              <p:cNvSpPr/>
              <p:nvPr/>
            </p:nvSpPr>
            <p:spPr>
              <a:xfrm>
                <a:off x="4752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4" name="Rechteck 103">
                <a:extLst>
                  <a:ext uri="{FF2B5EF4-FFF2-40B4-BE49-F238E27FC236}">
                    <a16:creationId xmlns:a16="http://schemas.microsoft.com/office/drawing/2014/main" id="{86F668D8-94CE-4937-A19B-67BDCBF6ACDD}"/>
                  </a:ext>
                </a:extLst>
              </p:cNvPr>
              <p:cNvSpPr/>
              <p:nvPr/>
            </p:nvSpPr>
            <p:spPr>
              <a:xfrm>
                <a:off x="4536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96F57397-B861-4A46-8EC9-19FBD73235BF}"/>
                  </a:ext>
                </a:extLst>
              </p:cNvPr>
              <p:cNvSpPr/>
              <p:nvPr/>
            </p:nvSpPr>
            <p:spPr>
              <a:xfrm>
                <a:off x="432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2B26553F-8D88-40E1-8371-0B06635D66EA}"/>
                  </a:ext>
                </a:extLst>
              </p:cNvPr>
              <p:cNvSpPr/>
              <p:nvPr/>
            </p:nvSpPr>
            <p:spPr>
              <a:xfrm>
                <a:off x="3888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7" name="Rechteck 106">
                <a:extLst>
                  <a:ext uri="{FF2B5EF4-FFF2-40B4-BE49-F238E27FC236}">
                    <a16:creationId xmlns:a16="http://schemas.microsoft.com/office/drawing/2014/main" id="{A11DA863-B56C-4CFD-98B6-116888BBC722}"/>
                  </a:ext>
                </a:extLst>
              </p:cNvPr>
              <p:cNvSpPr/>
              <p:nvPr/>
            </p:nvSpPr>
            <p:spPr>
              <a:xfrm>
                <a:off x="3240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8" name="Rechteck 107">
                <a:extLst>
                  <a:ext uri="{FF2B5EF4-FFF2-40B4-BE49-F238E27FC236}">
                    <a16:creationId xmlns:a16="http://schemas.microsoft.com/office/drawing/2014/main" id="{E6A7A0FE-1EFC-4353-B144-B2FEFD409FE5}"/>
                  </a:ext>
                </a:extLst>
              </p:cNvPr>
              <p:cNvSpPr/>
              <p:nvPr/>
            </p:nvSpPr>
            <p:spPr>
              <a:xfrm>
                <a:off x="4104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9" name="Rechteck 108">
                <a:extLst>
                  <a:ext uri="{FF2B5EF4-FFF2-40B4-BE49-F238E27FC236}">
                    <a16:creationId xmlns:a16="http://schemas.microsoft.com/office/drawing/2014/main" id="{3845FB58-02DC-4266-B7D1-34DF5D330164}"/>
                  </a:ext>
                </a:extLst>
              </p:cNvPr>
              <p:cNvSpPr/>
              <p:nvPr/>
            </p:nvSpPr>
            <p:spPr>
              <a:xfrm>
                <a:off x="-1728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9AF86A0E-8C11-4B38-8D2E-ECB194FC53A0}"/>
                  </a:ext>
                </a:extLst>
              </p:cNvPr>
              <p:cNvSpPr/>
              <p:nvPr/>
            </p:nvSpPr>
            <p:spPr>
              <a:xfrm>
                <a:off x="2808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51483741-7491-4050-BD72-1C5189949DB4}"/>
                  </a:ext>
                </a:extLst>
              </p:cNvPr>
              <p:cNvSpPr/>
              <p:nvPr/>
            </p:nvSpPr>
            <p:spPr>
              <a:xfrm>
                <a:off x="1296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2" name="Rechteck 111">
                <a:extLst>
                  <a:ext uri="{FF2B5EF4-FFF2-40B4-BE49-F238E27FC236}">
                    <a16:creationId xmlns:a16="http://schemas.microsoft.com/office/drawing/2014/main" id="{F3D453E8-9EB0-4EDE-A418-C5E219BC9FD6}"/>
                  </a:ext>
                </a:extLst>
              </p:cNvPr>
              <p:cNvSpPr/>
              <p:nvPr/>
            </p:nvSpPr>
            <p:spPr>
              <a:xfrm>
                <a:off x="1512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AE2400A3-34CB-4627-B748-A57D71FE68E9}"/>
                  </a:ext>
                </a:extLst>
              </p:cNvPr>
              <p:cNvSpPr/>
              <p:nvPr/>
            </p:nvSpPr>
            <p:spPr>
              <a:xfrm>
                <a:off x="4968000" y="194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9205F79A-779C-4A3F-B329-D9213E1E4E99}"/>
                  </a:ext>
                </a:extLst>
              </p:cNvPr>
              <p:cNvSpPr/>
              <p:nvPr/>
            </p:nvSpPr>
            <p:spPr>
              <a:xfrm>
                <a:off x="-216000" y="2158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96D6D80D-E893-4DB3-913C-F49CF38E36B4}"/>
                  </a:ext>
                </a:extLst>
              </p:cNvPr>
              <p:cNvSpPr/>
              <p:nvPr/>
            </p:nvSpPr>
            <p:spPr>
              <a:xfrm>
                <a:off x="216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A922E184-BC9E-47E1-8DB6-6C33DCE69A9E}"/>
                  </a:ext>
                </a:extLst>
              </p:cNvPr>
              <p:cNvSpPr/>
              <p:nvPr/>
            </p:nvSpPr>
            <p:spPr>
              <a:xfrm>
                <a:off x="3240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458EAD1B-DF54-418B-B898-EB85A8F46965}"/>
                  </a:ext>
                </a:extLst>
              </p:cNvPr>
              <p:cNvSpPr/>
              <p:nvPr/>
            </p:nvSpPr>
            <p:spPr>
              <a:xfrm>
                <a:off x="3456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D488B87A-9C80-47BB-B3D7-4E4BB75FBE63}"/>
                  </a:ext>
                </a:extLst>
              </p:cNvPr>
              <p:cNvSpPr/>
              <p:nvPr/>
            </p:nvSpPr>
            <p:spPr>
              <a:xfrm>
                <a:off x="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CE5037BD-B03C-4BB3-B6C9-CCC55FC6FDA5}"/>
                  </a:ext>
                </a:extLst>
              </p:cNvPr>
              <p:cNvSpPr/>
              <p:nvPr/>
            </p:nvSpPr>
            <p:spPr>
              <a:xfrm>
                <a:off x="-432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A328040D-5D39-4B70-A10C-15C2FF6B9672}"/>
                  </a:ext>
                </a:extLst>
              </p:cNvPr>
              <p:cNvSpPr/>
              <p:nvPr/>
            </p:nvSpPr>
            <p:spPr>
              <a:xfrm>
                <a:off x="-862635" y="2158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DF08C7A9-2BF6-4BF1-A660-386F45CCBD45}"/>
                  </a:ext>
                </a:extLst>
              </p:cNvPr>
              <p:cNvSpPr/>
              <p:nvPr/>
            </p:nvSpPr>
            <p:spPr>
              <a:xfrm>
                <a:off x="4320000" y="1942316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EAF62F29-1959-4D38-A171-16D8E695EF47}"/>
                  </a:ext>
                </a:extLst>
              </p:cNvPr>
              <p:cNvSpPr/>
              <p:nvPr/>
            </p:nvSpPr>
            <p:spPr>
              <a:xfrm>
                <a:off x="-1728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1526ADB6-9739-4FC4-95E4-BB2D9F82BF69}"/>
                  </a:ext>
                </a:extLst>
              </p:cNvPr>
              <p:cNvSpPr/>
              <p:nvPr/>
            </p:nvSpPr>
            <p:spPr>
              <a:xfrm>
                <a:off x="4968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7F4F8BF4-3C5C-487D-B968-8E5E571B5E55}"/>
                  </a:ext>
                </a:extLst>
              </p:cNvPr>
              <p:cNvSpPr/>
              <p:nvPr/>
            </p:nvSpPr>
            <p:spPr>
              <a:xfrm>
                <a:off x="-648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E522AF5F-6DAB-4EB5-A051-DCD0E85FF905}"/>
                  </a:ext>
                </a:extLst>
              </p:cNvPr>
              <p:cNvSpPr/>
              <p:nvPr/>
            </p:nvSpPr>
            <p:spPr>
              <a:xfrm>
                <a:off x="3240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6C538117-668C-44EB-A2AB-93163E98C8E1}"/>
                  </a:ext>
                </a:extLst>
              </p:cNvPr>
              <p:cNvSpPr/>
              <p:nvPr/>
            </p:nvSpPr>
            <p:spPr>
              <a:xfrm>
                <a:off x="3456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3A3D4220-DE44-4F51-9D08-D7E3D2E3F07B}"/>
                  </a:ext>
                </a:extLst>
              </p:cNvPr>
              <p:cNvSpPr/>
              <p:nvPr/>
            </p:nvSpPr>
            <p:spPr>
              <a:xfrm>
                <a:off x="3672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A6428483-812D-4207-9197-06ACBEEA5B6E}"/>
                  </a:ext>
                </a:extLst>
              </p:cNvPr>
              <p:cNvSpPr/>
              <p:nvPr/>
            </p:nvSpPr>
            <p:spPr>
              <a:xfrm>
                <a:off x="3672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43B7DB1B-A7C2-4895-8522-CD433283EC97}"/>
                  </a:ext>
                </a:extLst>
              </p:cNvPr>
              <p:cNvSpPr/>
              <p:nvPr/>
            </p:nvSpPr>
            <p:spPr>
              <a:xfrm>
                <a:off x="4536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F24D2B0D-7561-4991-A948-F80F6979B5F8}"/>
                  </a:ext>
                </a:extLst>
              </p:cNvPr>
              <p:cNvSpPr/>
              <p:nvPr/>
            </p:nvSpPr>
            <p:spPr>
              <a:xfrm>
                <a:off x="5184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70EF0800-59CF-485C-BF4B-67299F732895}"/>
                  </a:ext>
                </a:extLst>
              </p:cNvPr>
              <p:cNvSpPr/>
              <p:nvPr/>
            </p:nvSpPr>
            <p:spPr>
              <a:xfrm>
                <a:off x="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6D08E960-F8F5-4ABB-BC42-7D6FFB8FEFCF}"/>
                  </a:ext>
                </a:extLst>
              </p:cNvPr>
              <p:cNvSpPr/>
              <p:nvPr/>
            </p:nvSpPr>
            <p:spPr>
              <a:xfrm>
                <a:off x="4320000" y="216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4F847AD9-A5B0-4B0E-A74F-1819435571FB}"/>
                  </a:ext>
                </a:extLst>
              </p:cNvPr>
              <p:cNvSpPr/>
              <p:nvPr/>
            </p:nvSpPr>
            <p:spPr>
              <a:xfrm>
                <a:off x="3888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62340112-22F0-42BB-B474-449797651AEA}"/>
                  </a:ext>
                </a:extLst>
              </p:cNvPr>
              <p:cNvSpPr/>
              <p:nvPr/>
            </p:nvSpPr>
            <p:spPr>
              <a:xfrm>
                <a:off x="4103650" y="2377053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D84CE1C5-1BB5-4A4C-8EAB-3B84BECB332E}"/>
                  </a:ext>
                </a:extLst>
              </p:cNvPr>
              <p:cNvSpPr/>
              <p:nvPr/>
            </p:nvSpPr>
            <p:spPr>
              <a:xfrm>
                <a:off x="4752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F9CAB6F2-BFF4-4376-B088-7FC513462ED5}"/>
                  </a:ext>
                </a:extLst>
              </p:cNvPr>
              <p:cNvSpPr/>
              <p:nvPr/>
            </p:nvSpPr>
            <p:spPr>
              <a:xfrm>
                <a:off x="5184000" y="237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09336FA6-A347-4141-A106-682B790F450A}"/>
                  </a:ext>
                </a:extLst>
              </p:cNvPr>
              <p:cNvSpPr/>
              <p:nvPr/>
            </p:nvSpPr>
            <p:spPr>
              <a:xfrm>
                <a:off x="3240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5D88CA06-869A-4735-93F1-D7E523228E25}"/>
                  </a:ext>
                </a:extLst>
              </p:cNvPr>
              <p:cNvSpPr/>
              <p:nvPr/>
            </p:nvSpPr>
            <p:spPr>
              <a:xfrm>
                <a:off x="-1728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983A8939-DDA7-4109-91BB-FE4C31B66E9F}"/>
                  </a:ext>
                </a:extLst>
              </p:cNvPr>
              <p:cNvSpPr/>
              <p:nvPr/>
            </p:nvSpPr>
            <p:spPr>
              <a:xfrm>
                <a:off x="-432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0D4814A5-7E4F-4C32-AD53-F57998EDF1CF}"/>
                  </a:ext>
                </a:extLst>
              </p:cNvPr>
              <p:cNvSpPr/>
              <p:nvPr/>
            </p:nvSpPr>
            <p:spPr>
              <a:xfrm>
                <a:off x="-1296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5B1A6EAE-71DB-486D-AA1B-1AA6D7E0D6F9}"/>
                  </a:ext>
                </a:extLst>
              </p:cNvPr>
              <p:cNvSpPr/>
              <p:nvPr/>
            </p:nvSpPr>
            <p:spPr>
              <a:xfrm>
                <a:off x="3240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F64B2CE1-074E-4E72-B681-CA67E56654E5}"/>
                  </a:ext>
                </a:extLst>
              </p:cNvPr>
              <p:cNvSpPr/>
              <p:nvPr/>
            </p:nvSpPr>
            <p:spPr>
              <a:xfrm>
                <a:off x="4104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561E4C62-FBA6-405F-829D-BEF7357254C7}"/>
                  </a:ext>
                </a:extLst>
              </p:cNvPr>
              <p:cNvSpPr/>
              <p:nvPr/>
            </p:nvSpPr>
            <p:spPr>
              <a:xfrm>
                <a:off x="3888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351FAF4C-0CE1-4F12-A3FF-C224FF7BB608}"/>
                  </a:ext>
                </a:extLst>
              </p:cNvPr>
              <p:cNvSpPr/>
              <p:nvPr/>
            </p:nvSpPr>
            <p:spPr>
              <a:xfrm>
                <a:off x="3672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B01FE09A-220A-4E89-88AE-768F51EACC76}"/>
                  </a:ext>
                </a:extLst>
              </p:cNvPr>
              <p:cNvSpPr/>
              <p:nvPr/>
            </p:nvSpPr>
            <p:spPr>
              <a:xfrm>
                <a:off x="-648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255D6D95-F4BA-42C7-9377-FD1FBBD09F1A}"/>
                  </a:ext>
                </a:extLst>
              </p:cNvPr>
              <p:cNvSpPr/>
              <p:nvPr/>
            </p:nvSpPr>
            <p:spPr>
              <a:xfrm>
                <a:off x="5184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95A9D874-1366-4BE4-BF0C-755CA9DF64B2}"/>
                  </a:ext>
                </a:extLst>
              </p:cNvPr>
              <p:cNvSpPr/>
              <p:nvPr/>
            </p:nvSpPr>
            <p:spPr>
              <a:xfrm>
                <a:off x="4752000" y="432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5C267DF5-CBCE-4CD1-B288-B3F665E0540B}"/>
                  </a:ext>
                </a:extLst>
              </p:cNvPr>
              <p:cNvSpPr/>
              <p:nvPr/>
            </p:nvSpPr>
            <p:spPr>
              <a:xfrm>
                <a:off x="3240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A33C65A4-D39A-4FCC-A161-1E0909B4229B}"/>
                  </a:ext>
                </a:extLst>
              </p:cNvPr>
              <p:cNvSpPr/>
              <p:nvPr/>
            </p:nvSpPr>
            <p:spPr>
              <a:xfrm>
                <a:off x="4104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903CBA67-281F-427A-B098-40B0102FD682}"/>
                  </a:ext>
                </a:extLst>
              </p:cNvPr>
              <p:cNvSpPr/>
              <p:nvPr/>
            </p:nvSpPr>
            <p:spPr>
              <a:xfrm>
                <a:off x="4968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D8A9D4E1-38C4-4D76-8E74-FF69C1C47D56}"/>
                  </a:ext>
                </a:extLst>
              </p:cNvPr>
              <p:cNvSpPr/>
              <p:nvPr/>
            </p:nvSpPr>
            <p:spPr>
              <a:xfrm>
                <a:off x="5184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405C6DAD-5554-412C-B954-AFF0992A479A}"/>
                  </a:ext>
                </a:extLst>
              </p:cNvPr>
              <p:cNvSpPr/>
              <p:nvPr/>
            </p:nvSpPr>
            <p:spPr>
              <a:xfrm>
                <a:off x="4320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81527387-5EB9-4555-B55B-06DA66885C89}"/>
                  </a:ext>
                </a:extLst>
              </p:cNvPr>
              <p:cNvSpPr/>
              <p:nvPr/>
            </p:nvSpPr>
            <p:spPr>
              <a:xfrm>
                <a:off x="3456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E055DB8E-036D-478D-9FC0-6395AD165151}"/>
                  </a:ext>
                </a:extLst>
              </p:cNvPr>
              <p:cNvSpPr/>
              <p:nvPr/>
            </p:nvSpPr>
            <p:spPr>
              <a:xfrm>
                <a:off x="-864000" y="259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4053A4AC-A533-45C4-8166-37B4A73DD98A}"/>
                  </a:ext>
                </a:extLst>
              </p:cNvPr>
              <p:cNvSpPr/>
              <p:nvPr/>
            </p:nvSpPr>
            <p:spPr>
              <a:xfrm>
                <a:off x="3672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DD69824B-5CEA-4C13-856C-293AF2E99F14}"/>
                  </a:ext>
                </a:extLst>
              </p:cNvPr>
              <p:cNvSpPr/>
              <p:nvPr/>
            </p:nvSpPr>
            <p:spPr>
              <a:xfrm>
                <a:off x="3888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9AD92476-BBB1-42DD-B69E-48792ACBFBA7}"/>
                  </a:ext>
                </a:extLst>
              </p:cNvPr>
              <p:cNvSpPr/>
              <p:nvPr/>
            </p:nvSpPr>
            <p:spPr>
              <a:xfrm>
                <a:off x="3456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C0F30ACA-A82F-4C83-8418-0E38939FC30D}"/>
                  </a:ext>
                </a:extLst>
              </p:cNvPr>
              <p:cNvSpPr/>
              <p:nvPr/>
            </p:nvSpPr>
            <p:spPr>
              <a:xfrm>
                <a:off x="4104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30F348B5-84D3-46BF-ADAE-78252756E6BA}"/>
                  </a:ext>
                </a:extLst>
              </p:cNvPr>
              <p:cNvSpPr/>
              <p:nvPr/>
            </p:nvSpPr>
            <p:spPr>
              <a:xfrm>
                <a:off x="3456000" y="432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23380432-4B04-4EBD-AD5E-9A873929E64E}"/>
                  </a:ext>
                </a:extLst>
              </p:cNvPr>
              <p:cNvSpPr/>
              <p:nvPr/>
            </p:nvSpPr>
            <p:spPr>
              <a:xfrm>
                <a:off x="3240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A71B7D23-DB47-4BC2-9C00-C29E0AB83930}"/>
                  </a:ext>
                </a:extLst>
              </p:cNvPr>
              <p:cNvSpPr/>
              <p:nvPr/>
            </p:nvSpPr>
            <p:spPr>
              <a:xfrm>
                <a:off x="3672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61FC1BDD-3B16-4445-BD8F-7503DF284E3C}"/>
                  </a:ext>
                </a:extLst>
              </p:cNvPr>
              <p:cNvSpPr/>
              <p:nvPr/>
            </p:nvSpPr>
            <p:spPr>
              <a:xfrm>
                <a:off x="3672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E8BA8ECB-80E0-401E-BAAC-01FBD7A64414}"/>
                  </a:ext>
                </a:extLst>
              </p:cNvPr>
              <p:cNvSpPr/>
              <p:nvPr/>
            </p:nvSpPr>
            <p:spPr>
              <a:xfrm>
                <a:off x="4536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7B51C76D-857C-45D2-9BC4-289DAAB92E2D}"/>
                  </a:ext>
                </a:extLst>
              </p:cNvPr>
              <p:cNvSpPr/>
              <p:nvPr/>
            </p:nvSpPr>
            <p:spPr>
              <a:xfrm>
                <a:off x="4320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0E0B3E2B-54D9-4D1C-B180-FAD95A0983A0}"/>
                  </a:ext>
                </a:extLst>
              </p:cNvPr>
              <p:cNvSpPr/>
              <p:nvPr/>
            </p:nvSpPr>
            <p:spPr>
              <a:xfrm>
                <a:off x="4320000" y="432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276E93E8-90F9-4685-B620-4BB36B267153}"/>
                  </a:ext>
                </a:extLst>
              </p:cNvPr>
              <p:cNvSpPr/>
              <p:nvPr/>
            </p:nvSpPr>
            <p:spPr>
              <a:xfrm>
                <a:off x="3456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3E6CD7C1-0AAC-483D-9A22-00B9DB704A0A}"/>
                  </a:ext>
                </a:extLst>
              </p:cNvPr>
              <p:cNvSpPr/>
              <p:nvPr/>
            </p:nvSpPr>
            <p:spPr>
              <a:xfrm>
                <a:off x="367200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3432F4DE-0A91-41E4-A2AA-B1AD1E5F1B5C}"/>
                  </a:ext>
                </a:extLst>
              </p:cNvPr>
              <p:cNvSpPr/>
              <p:nvPr/>
            </p:nvSpPr>
            <p:spPr>
              <a:xfrm>
                <a:off x="4104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3068AEDE-01A9-4325-8DBA-0993DEC93894}"/>
                  </a:ext>
                </a:extLst>
              </p:cNvPr>
              <p:cNvSpPr/>
              <p:nvPr/>
            </p:nvSpPr>
            <p:spPr>
              <a:xfrm>
                <a:off x="4320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CB1689EB-49FB-4AC7-BD20-2761E4DE3C7F}"/>
                  </a:ext>
                </a:extLst>
              </p:cNvPr>
              <p:cNvSpPr/>
              <p:nvPr/>
            </p:nvSpPr>
            <p:spPr>
              <a:xfrm>
                <a:off x="3240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93CDC0B1-9BD1-4EF9-9C99-671AB96D29A4}"/>
                  </a:ext>
                </a:extLst>
              </p:cNvPr>
              <p:cNvSpPr/>
              <p:nvPr/>
            </p:nvSpPr>
            <p:spPr>
              <a:xfrm>
                <a:off x="4968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A9066ABB-CB79-47CD-BE82-5B54313F5F2D}"/>
                  </a:ext>
                </a:extLst>
              </p:cNvPr>
              <p:cNvSpPr/>
              <p:nvPr/>
            </p:nvSpPr>
            <p:spPr>
              <a:xfrm>
                <a:off x="4752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CF60762B-0EE7-4EF7-974A-3B098A5B4DAD}"/>
                  </a:ext>
                </a:extLst>
              </p:cNvPr>
              <p:cNvSpPr/>
              <p:nvPr/>
            </p:nvSpPr>
            <p:spPr>
              <a:xfrm>
                <a:off x="410400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D9146935-8388-49AF-A9CF-F4885E588D25}"/>
                  </a:ext>
                </a:extLst>
              </p:cNvPr>
              <p:cNvSpPr/>
              <p:nvPr/>
            </p:nvSpPr>
            <p:spPr>
              <a:xfrm>
                <a:off x="4536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21025F3E-E3F5-41C2-9193-D26CABA73514}"/>
                  </a:ext>
                </a:extLst>
              </p:cNvPr>
              <p:cNvSpPr/>
              <p:nvPr/>
            </p:nvSpPr>
            <p:spPr>
              <a:xfrm>
                <a:off x="3888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1A3E7983-AB02-4CE8-A3C4-63FB3B56B635}"/>
                  </a:ext>
                </a:extLst>
              </p:cNvPr>
              <p:cNvSpPr/>
              <p:nvPr/>
            </p:nvSpPr>
            <p:spPr>
              <a:xfrm>
                <a:off x="3240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D31A6061-631B-40B3-A8BC-4F95AAC185B8}"/>
                  </a:ext>
                </a:extLst>
              </p:cNvPr>
              <p:cNvSpPr/>
              <p:nvPr/>
            </p:nvSpPr>
            <p:spPr>
              <a:xfrm>
                <a:off x="4104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6FA39C10-9C17-41F1-B62E-C733D5217D2F}"/>
                  </a:ext>
                </a:extLst>
              </p:cNvPr>
              <p:cNvSpPr/>
              <p:nvPr/>
            </p:nvSpPr>
            <p:spPr>
              <a:xfrm>
                <a:off x="4104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2" name="Rechteck 181">
                <a:extLst>
                  <a:ext uri="{FF2B5EF4-FFF2-40B4-BE49-F238E27FC236}">
                    <a16:creationId xmlns:a16="http://schemas.microsoft.com/office/drawing/2014/main" id="{710AEB9B-B825-45A2-9F7C-C0ABE2D24FF8}"/>
                  </a:ext>
                </a:extLst>
              </p:cNvPr>
              <p:cNvSpPr/>
              <p:nvPr/>
            </p:nvSpPr>
            <p:spPr>
              <a:xfrm>
                <a:off x="4752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3" name="Rechteck 182">
                <a:extLst>
                  <a:ext uri="{FF2B5EF4-FFF2-40B4-BE49-F238E27FC236}">
                    <a16:creationId xmlns:a16="http://schemas.microsoft.com/office/drawing/2014/main" id="{A911A93B-A6E4-4913-80BE-7177F18DFA54}"/>
                  </a:ext>
                </a:extLst>
              </p:cNvPr>
              <p:cNvSpPr/>
              <p:nvPr/>
            </p:nvSpPr>
            <p:spPr>
              <a:xfrm>
                <a:off x="3672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4" name="Rechteck 183">
                <a:extLst>
                  <a:ext uri="{FF2B5EF4-FFF2-40B4-BE49-F238E27FC236}">
                    <a16:creationId xmlns:a16="http://schemas.microsoft.com/office/drawing/2014/main" id="{470CD155-D85E-462E-B929-A5BC66A415F0}"/>
                  </a:ext>
                </a:extLst>
              </p:cNvPr>
              <p:cNvSpPr/>
              <p:nvPr/>
            </p:nvSpPr>
            <p:spPr>
              <a:xfrm>
                <a:off x="3888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5" name="Rechteck 184">
                <a:extLst>
                  <a:ext uri="{FF2B5EF4-FFF2-40B4-BE49-F238E27FC236}">
                    <a16:creationId xmlns:a16="http://schemas.microsoft.com/office/drawing/2014/main" id="{79E8D6E5-DC09-45D6-BF87-7431E2E33A15}"/>
                  </a:ext>
                </a:extLst>
              </p:cNvPr>
              <p:cNvSpPr/>
              <p:nvPr/>
            </p:nvSpPr>
            <p:spPr>
              <a:xfrm>
                <a:off x="4536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6" name="Rechteck 185">
                <a:extLst>
                  <a:ext uri="{FF2B5EF4-FFF2-40B4-BE49-F238E27FC236}">
                    <a16:creationId xmlns:a16="http://schemas.microsoft.com/office/drawing/2014/main" id="{D48832DF-5461-40CC-9BFB-26AB49A5E4CE}"/>
                  </a:ext>
                </a:extLst>
              </p:cNvPr>
              <p:cNvSpPr/>
              <p:nvPr/>
            </p:nvSpPr>
            <p:spPr>
              <a:xfrm>
                <a:off x="3456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7" name="Rechteck 186">
                <a:extLst>
                  <a:ext uri="{FF2B5EF4-FFF2-40B4-BE49-F238E27FC236}">
                    <a16:creationId xmlns:a16="http://schemas.microsoft.com/office/drawing/2014/main" id="{CC85C694-5DB4-4F22-A5C8-E41F191791B0}"/>
                  </a:ext>
                </a:extLst>
              </p:cNvPr>
              <p:cNvSpPr/>
              <p:nvPr/>
            </p:nvSpPr>
            <p:spPr>
              <a:xfrm>
                <a:off x="5184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8" name="Rechteck 187">
                <a:extLst>
                  <a:ext uri="{FF2B5EF4-FFF2-40B4-BE49-F238E27FC236}">
                    <a16:creationId xmlns:a16="http://schemas.microsoft.com/office/drawing/2014/main" id="{D387D136-1CBA-410B-B295-4E89568D0B66}"/>
                  </a:ext>
                </a:extLst>
              </p:cNvPr>
              <p:cNvSpPr/>
              <p:nvPr/>
            </p:nvSpPr>
            <p:spPr>
              <a:xfrm>
                <a:off x="4104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9" name="Rechteck 188">
                <a:extLst>
                  <a:ext uri="{FF2B5EF4-FFF2-40B4-BE49-F238E27FC236}">
                    <a16:creationId xmlns:a16="http://schemas.microsoft.com/office/drawing/2014/main" id="{477871A0-1BA6-46B4-96EA-272CA18DEC03}"/>
                  </a:ext>
                </a:extLst>
              </p:cNvPr>
              <p:cNvSpPr/>
              <p:nvPr/>
            </p:nvSpPr>
            <p:spPr>
              <a:xfrm>
                <a:off x="3672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0" name="Rechteck 189">
                <a:extLst>
                  <a:ext uri="{FF2B5EF4-FFF2-40B4-BE49-F238E27FC236}">
                    <a16:creationId xmlns:a16="http://schemas.microsoft.com/office/drawing/2014/main" id="{701E832A-E098-4825-82E4-E442BFACE03C}"/>
                  </a:ext>
                </a:extLst>
              </p:cNvPr>
              <p:cNvSpPr/>
              <p:nvPr/>
            </p:nvSpPr>
            <p:spPr>
              <a:xfrm>
                <a:off x="4104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1" name="Rechteck 190">
                <a:extLst>
                  <a:ext uri="{FF2B5EF4-FFF2-40B4-BE49-F238E27FC236}">
                    <a16:creationId xmlns:a16="http://schemas.microsoft.com/office/drawing/2014/main" id="{9B73720A-3AF4-411E-A5CE-FECC0EBC0508}"/>
                  </a:ext>
                </a:extLst>
              </p:cNvPr>
              <p:cNvSpPr/>
              <p:nvPr/>
            </p:nvSpPr>
            <p:spPr>
              <a:xfrm>
                <a:off x="4536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2" name="Rechteck 191">
                <a:extLst>
                  <a:ext uri="{FF2B5EF4-FFF2-40B4-BE49-F238E27FC236}">
                    <a16:creationId xmlns:a16="http://schemas.microsoft.com/office/drawing/2014/main" id="{B361AC14-09BC-4E5F-9958-63D4D2BEC471}"/>
                  </a:ext>
                </a:extLst>
              </p:cNvPr>
              <p:cNvSpPr/>
              <p:nvPr/>
            </p:nvSpPr>
            <p:spPr>
              <a:xfrm>
                <a:off x="496800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3" name="Rechteck 192">
                <a:extLst>
                  <a:ext uri="{FF2B5EF4-FFF2-40B4-BE49-F238E27FC236}">
                    <a16:creationId xmlns:a16="http://schemas.microsoft.com/office/drawing/2014/main" id="{2CCBA66B-B1A8-4AAE-BB4B-21DF34B4C0EE}"/>
                  </a:ext>
                </a:extLst>
              </p:cNvPr>
              <p:cNvSpPr/>
              <p:nvPr/>
            </p:nvSpPr>
            <p:spPr>
              <a:xfrm>
                <a:off x="4752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4" name="Rechteck 193">
                <a:extLst>
                  <a:ext uri="{FF2B5EF4-FFF2-40B4-BE49-F238E27FC236}">
                    <a16:creationId xmlns:a16="http://schemas.microsoft.com/office/drawing/2014/main" id="{1D702E1C-395C-4444-A244-B13C671FC689}"/>
                  </a:ext>
                </a:extLst>
              </p:cNvPr>
              <p:cNvSpPr/>
              <p:nvPr/>
            </p:nvSpPr>
            <p:spPr>
              <a:xfrm>
                <a:off x="4320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427DAE93-DC6B-4A94-B7E2-235FC2E777A0}"/>
                  </a:ext>
                </a:extLst>
              </p:cNvPr>
              <p:cNvSpPr/>
              <p:nvPr/>
            </p:nvSpPr>
            <p:spPr>
              <a:xfrm>
                <a:off x="432000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6" name="Rechteck 195">
                <a:extLst>
                  <a:ext uri="{FF2B5EF4-FFF2-40B4-BE49-F238E27FC236}">
                    <a16:creationId xmlns:a16="http://schemas.microsoft.com/office/drawing/2014/main" id="{B3C35743-9C8F-4E81-9304-A1254467BEEA}"/>
                  </a:ext>
                </a:extLst>
              </p:cNvPr>
              <p:cNvSpPr/>
              <p:nvPr/>
            </p:nvSpPr>
            <p:spPr>
              <a:xfrm>
                <a:off x="4320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38E9F9D3-3409-407A-A384-503DDE732499}"/>
                  </a:ext>
                </a:extLst>
              </p:cNvPr>
              <p:cNvSpPr/>
              <p:nvPr/>
            </p:nvSpPr>
            <p:spPr>
              <a:xfrm>
                <a:off x="4752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8" name="Rechteck 197">
                <a:extLst>
                  <a:ext uri="{FF2B5EF4-FFF2-40B4-BE49-F238E27FC236}">
                    <a16:creationId xmlns:a16="http://schemas.microsoft.com/office/drawing/2014/main" id="{76864EB6-0A7C-415F-8D3A-8B149BFEC930}"/>
                  </a:ext>
                </a:extLst>
              </p:cNvPr>
              <p:cNvSpPr/>
              <p:nvPr/>
            </p:nvSpPr>
            <p:spPr>
              <a:xfrm>
                <a:off x="3456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9" name="Rechteck 198">
                <a:extLst>
                  <a:ext uri="{FF2B5EF4-FFF2-40B4-BE49-F238E27FC236}">
                    <a16:creationId xmlns:a16="http://schemas.microsoft.com/office/drawing/2014/main" id="{26D3C258-1832-4590-BD4A-053F24EC233F}"/>
                  </a:ext>
                </a:extLst>
              </p:cNvPr>
              <p:cNvSpPr/>
              <p:nvPr/>
            </p:nvSpPr>
            <p:spPr>
              <a:xfrm>
                <a:off x="5184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0" name="Rechteck 199">
                <a:extLst>
                  <a:ext uri="{FF2B5EF4-FFF2-40B4-BE49-F238E27FC236}">
                    <a16:creationId xmlns:a16="http://schemas.microsoft.com/office/drawing/2014/main" id="{F3AB1B8F-0CB7-49A1-B657-A6753A810FD0}"/>
                  </a:ext>
                </a:extLst>
              </p:cNvPr>
              <p:cNvSpPr/>
              <p:nvPr/>
            </p:nvSpPr>
            <p:spPr>
              <a:xfrm>
                <a:off x="4968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1" name="Rechteck 200">
                <a:extLst>
                  <a:ext uri="{FF2B5EF4-FFF2-40B4-BE49-F238E27FC236}">
                    <a16:creationId xmlns:a16="http://schemas.microsoft.com/office/drawing/2014/main" id="{1B71457B-5FFD-490B-AF10-84B3CE354076}"/>
                  </a:ext>
                </a:extLst>
              </p:cNvPr>
              <p:cNvSpPr/>
              <p:nvPr/>
            </p:nvSpPr>
            <p:spPr>
              <a:xfrm>
                <a:off x="3672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2" name="Rechteck 201">
                <a:extLst>
                  <a:ext uri="{FF2B5EF4-FFF2-40B4-BE49-F238E27FC236}">
                    <a16:creationId xmlns:a16="http://schemas.microsoft.com/office/drawing/2014/main" id="{9C1FBF96-1DF6-4B4C-A7E0-D07DA9ACBFF9}"/>
                  </a:ext>
                </a:extLst>
              </p:cNvPr>
              <p:cNvSpPr/>
              <p:nvPr/>
            </p:nvSpPr>
            <p:spPr>
              <a:xfrm>
                <a:off x="3024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3" name="Rechteck 202">
                <a:extLst>
                  <a:ext uri="{FF2B5EF4-FFF2-40B4-BE49-F238E27FC236}">
                    <a16:creationId xmlns:a16="http://schemas.microsoft.com/office/drawing/2014/main" id="{B5DD8AF2-FD76-429A-923F-26051FC677F7}"/>
                  </a:ext>
                </a:extLst>
              </p:cNvPr>
              <p:cNvSpPr/>
              <p:nvPr/>
            </p:nvSpPr>
            <p:spPr>
              <a:xfrm>
                <a:off x="4320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4" name="Rechteck 203">
                <a:extLst>
                  <a:ext uri="{FF2B5EF4-FFF2-40B4-BE49-F238E27FC236}">
                    <a16:creationId xmlns:a16="http://schemas.microsoft.com/office/drawing/2014/main" id="{A784F077-BB2C-44DB-A872-2D22A3571726}"/>
                  </a:ext>
                </a:extLst>
              </p:cNvPr>
              <p:cNvSpPr/>
              <p:nvPr/>
            </p:nvSpPr>
            <p:spPr>
              <a:xfrm>
                <a:off x="3672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5" name="Rechteck 204">
                <a:extLst>
                  <a:ext uri="{FF2B5EF4-FFF2-40B4-BE49-F238E27FC236}">
                    <a16:creationId xmlns:a16="http://schemas.microsoft.com/office/drawing/2014/main" id="{174526F0-B180-4E5A-9C43-67094945EB87}"/>
                  </a:ext>
                </a:extLst>
              </p:cNvPr>
              <p:cNvSpPr/>
              <p:nvPr/>
            </p:nvSpPr>
            <p:spPr>
              <a:xfrm>
                <a:off x="3888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6" name="Rechteck 205">
                <a:extLst>
                  <a:ext uri="{FF2B5EF4-FFF2-40B4-BE49-F238E27FC236}">
                    <a16:creationId xmlns:a16="http://schemas.microsoft.com/office/drawing/2014/main" id="{FEAD08F8-BCE8-4CF1-8521-532DD2BAAED9}"/>
                  </a:ext>
                </a:extLst>
              </p:cNvPr>
              <p:cNvSpPr/>
              <p:nvPr/>
            </p:nvSpPr>
            <p:spPr>
              <a:xfrm>
                <a:off x="5184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7" name="Rechteck 206">
                <a:extLst>
                  <a:ext uri="{FF2B5EF4-FFF2-40B4-BE49-F238E27FC236}">
                    <a16:creationId xmlns:a16="http://schemas.microsoft.com/office/drawing/2014/main" id="{0E11AD9B-11ED-48DD-80FA-1721D4903167}"/>
                  </a:ext>
                </a:extLst>
              </p:cNvPr>
              <p:cNvSpPr/>
              <p:nvPr/>
            </p:nvSpPr>
            <p:spPr>
              <a:xfrm>
                <a:off x="3672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8" name="Rechteck 207">
                <a:extLst>
                  <a:ext uri="{FF2B5EF4-FFF2-40B4-BE49-F238E27FC236}">
                    <a16:creationId xmlns:a16="http://schemas.microsoft.com/office/drawing/2014/main" id="{53420F2F-EF4F-4426-926C-76885C0A7685}"/>
                  </a:ext>
                </a:extLst>
              </p:cNvPr>
              <p:cNvSpPr/>
              <p:nvPr/>
            </p:nvSpPr>
            <p:spPr>
              <a:xfrm>
                <a:off x="3240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09" name="Rechteck 208">
                <a:extLst>
                  <a:ext uri="{FF2B5EF4-FFF2-40B4-BE49-F238E27FC236}">
                    <a16:creationId xmlns:a16="http://schemas.microsoft.com/office/drawing/2014/main" id="{60C892D0-F9A5-49C9-B354-12792FD0F9F0}"/>
                  </a:ext>
                </a:extLst>
              </p:cNvPr>
              <p:cNvSpPr/>
              <p:nvPr/>
            </p:nvSpPr>
            <p:spPr>
              <a:xfrm>
                <a:off x="4752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0" name="Rechteck 209">
                <a:extLst>
                  <a:ext uri="{FF2B5EF4-FFF2-40B4-BE49-F238E27FC236}">
                    <a16:creationId xmlns:a16="http://schemas.microsoft.com/office/drawing/2014/main" id="{DC3A8900-1408-4BCE-B3CB-7CDCCC6C691E}"/>
                  </a:ext>
                </a:extLst>
              </p:cNvPr>
              <p:cNvSpPr/>
              <p:nvPr/>
            </p:nvSpPr>
            <p:spPr>
              <a:xfrm>
                <a:off x="3456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1" name="Rechteck 210">
                <a:extLst>
                  <a:ext uri="{FF2B5EF4-FFF2-40B4-BE49-F238E27FC236}">
                    <a16:creationId xmlns:a16="http://schemas.microsoft.com/office/drawing/2014/main" id="{0B5178B9-CE36-416E-A0E4-A9FBF5AAD9AF}"/>
                  </a:ext>
                </a:extLst>
              </p:cNvPr>
              <p:cNvSpPr/>
              <p:nvPr/>
            </p:nvSpPr>
            <p:spPr>
              <a:xfrm>
                <a:off x="4104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2" name="Rechteck 211">
                <a:extLst>
                  <a:ext uri="{FF2B5EF4-FFF2-40B4-BE49-F238E27FC236}">
                    <a16:creationId xmlns:a16="http://schemas.microsoft.com/office/drawing/2014/main" id="{3D393054-F88D-4DD5-BBF9-DA251811B367}"/>
                  </a:ext>
                </a:extLst>
              </p:cNvPr>
              <p:cNvSpPr/>
              <p:nvPr/>
            </p:nvSpPr>
            <p:spPr>
              <a:xfrm>
                <a:off x="3888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3" name="Rechteck 212">
                <a:extLst>
                  <a:ext uri="{FF2B5EF4-FFF2-40B4-BE49-F238E27FC236}">
                    <a16:creationId xmlns:a16="http://schemas.microsoft.com/office/drawing/2014/main" id="{EEAA6296-1DF5-49E5-99D3-A3B771E0BF2F}"/>
                  </a:ext>
                </a:extLst>
              </p:cNvPr>
              <p:cNvSpPr/>
              <p:nvPr/>
            </p:nvSpPr>
            <p:spPr>
              <a:xfrm>
                <a:off x="4104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4" name="Rechteck 213">
                <a:extLst>
                  <a:ext uri="{FF2B5EF4-FFF2-40B4-BE49-F238E27FC236}">
                    <a16:creationId xmlns:a16="http://schemas.microsoft.com/office/drawing/2014/main" id="{33FF6373-F392-4556-BD5B-FAB9AF8EED94}"/>
                  </a:ext>
                </a:extLst>
              </p:cNvPr>
              <p:cNvSpPr/>
              <p:nvPr/>
            </p:nvSpPr>
            <p:spPr>
              <a:xfrm>
                <a:off x="3888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5" name="Rechteck 214">
                <a:extLst>
                  <a:ext uri="{FF2B5EF4-FFF2-40B4-BE49-F238E27FC236}">
                    <a16:creationId xmlns:a16="http://schemas.microsoft.com/office/drawing/2014/main" id="{69801D5A-7EFE-4BE9-BBFF-C067D815AD19}"/>
                  </a:ext>
                </a:extLst>
              </p:cNvPr>
              <p:cNvSpPr/>
              <p:nvPr/>
            </p:nvSpPr>
            <p:spPr>
              <a:xfrm>
                <a:off x="-21600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6" name="Rechteck 215">
                <a:extLst>
                  <a:ext uri="{FF2B5EF4-FFF2-40B4-BE49-F238E27FC236}">
                    <a16:creationId xmlns:a16="http://schemas.microsoft.com/office/drawing/2014/main" id="{C34EE0A1-B34F-4C10-9598-F3D0021320A0}"/>
                  </a:ext>
                </a:extLst>
              </p:cNvPr>
              <p:cNvSpPr/>
              <p:nvPr/>
            </p:nvSpPr>
            <p:spPr>
              <a:xfrm>
                <a:off x="5184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7" name="Rechteck 216">
                <a:extLst>
                  <a:ext uri="{FF2B5EF4-FFF2-40B4-BE49-F238E27FC236}">
                    <a16:creationId xmlns:a16="http://schemas.microsoft.com/office/drawing/2014/main" id="{48BAF5BE-FFB8-48C6-9684-0CDE17E3BA63}"/>
                  </a:ext>
                </a:extLst>
              </p:cNvPr>
              <p:cNvSpPr/>
              <p:nvPr/>
            </p:nvSpPr>
            <p:spPr>
              <a:xfrm>
                <a:off x="4320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8" name="Rechteck 217">
                <a:extLst>
                  <a:ext uri="{FF2B5EF4-FFF2-40B4-BE49-F238E27FC236}">
                    <a16:creationId xmlns:a16="http://schemas.microsoft.com/office/drawing/2014/main" id="{A8B99E32-FA0D-4EAB-AC62-5AB07FC7B502}"/>
                  </a:ext>
                </a:extLst>
              </p:cNvPr>
              <p:cNvSpPr/>
              <p:nvPr/>
            </p:nvSpPr>
            <p:spPr>
              <a:xfrm>
                <a:off x="216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9" name="Rechteck 218">
                <a:extLst>
                  <a:ext uri="{FF2B5EF4-FFF2-40B4-BE49-F238E27FC236}">
                    <a16:creationId xmlns:a16="http://schemas.microsoft.com/office/drawing/2014/main" id="{57FBD393-45D4-45EF-BCB0-1B109B025231}"/>
                  </a:ext>
                </a:extLst>
              </p:cNvPr>
              <p:cNvSpPr/>
              <p:nvPr/>
            </p:nvSpPr>
            <p:spPr>
              <a:xfrm>
                <a:off x="4968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0" name="Rechteck 219">
                <a:extLst>
                  <a:ext uri="{FF2B5EF4-FFF2-40B4-BE49-F238E27FC236}">
                    <a16:creationId xmlns:a16="http://schemas.microsoft.com/office/drawing/2014/main" id="{498558FC-897F-4673-A5FE-453013655E0F}"/>
                  </a:ext>
                </a:extLst>
              </p:cNvPr>
              <p:cNvSpPr/>
              <p:nvPr/>
            </p:nvSpPr>
            <p:spPr>
              <a:xfrm>
                <a:off x="3240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1" name="Rechteck 220">
                <a:extLst>
                  <a:ext uri="{FF2B5EF4-FFF2-40B4-BE49-F238E27FC236}">
                    <a16:creationId xmlns:a16="http://schemas.microsoft.com/office/drawing/2014/main" id="{EC8688EC-BA02-47D0-B694-40F1BC24BBFF}"/>
                  </a:ext>
                </a:extLst>
              </p:cNvPr>
              <p:cNvSpPr/>
              <p:nvPr/>
            </p:nvSpPr>
            <p:spPr>
              <a:xfrm>
                <a:off x="4320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2" name="Rechteck 221">
                <a:extLst>
                  <a:ext uri="{FF2B5EF4-FFF2-40B4-BE49-F238E27FC236}">
                    <a16:creationId xmlns:a16="http://schemas.microsoft.com/office/drawing/2014/main" id="{3EA006D9-A308-4715-B4B4-D17F4957B190}"/>
                  </a:ext>
                </a:extLst>
              </p:cNvPr>
              <p:cNvSpPr/>
              <p:nvPr/>
            </p:nvSpPr>
            <p:spPr>
              <a:xfrm>
                <a:off x="4752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3" name="Rechteck 222">
                <a:extLst>
                  <a:ext uri="{FF2B5EF4-FFF2-40B4-BE49-F238E27FC236}">
                    <a16:creationId xmlns:a16="http://schemas.microsoft.com/office/drawing/2014/main" id="{5ECBE16F-5B21-4085-A9E9-F3884842299A}"/>
                  </a:ext>
                </a:extLst>
              </p:cNvPr>
              <p:cNvSpPr/>
              <p:nvPr/>
            </p:nvSpPr>
            <p:spPr>
              <a:xfrm>
                <a:off x="4536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4" name="Rechteck 223">
                <a:extLst>
                  <a:ext uri="{FF2B5EF4-FFF2-40B4-BE49-F238E27FC236}">
                    <a16:creationId xmlns:a16="http://schemas.microsoft.com/office/drawing/2014/main" id="{5EE47B3D-1DE0-4FCB-BAC2-B6A8E7DBE374}"/>
                  </a:ext>
                </a:extLst>
              </p:cNvPr>
              <p:cNvSpPr/>
              <p:nvPr/>
            </p:nvSpPr>
            <p:spPr>
              <a:xfrm>
                <a:off x="3888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5" name="Rechteck 224">
                <a:extLst>
                  <a:ext uri="{FF2B5EF4-FFF2-40B4-BE49-F238E27FC236}">
                    <a16:creationId xmlns:a16="http://schemas.microsoft.com/office/drawing/2014/main" id="{8083013D-8A99-4E27-831F-84B183EA5098}"/>
                  </a:ext>
                </a:extLst>
              </p:cNvPr>
              <p:cNvSpPr/>
              <p:nvPr/>
            </p:nvSpPr>
            <p:spPr>
              <a:xfrm>
                <a:off x="4320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6" name="Rechteck 225">
                <a:extLst>
                  <a:ext uri="{FF2B5EF4-FFF2-40B4-BE49-F238E27FC236}">
                    <a16:creationId xmlns:a16="http://schemas.microsoft.com/office/drawing/2014/main" id="{294B5878-BCC5-4CF3-87D4-28532E83ADE1}"/>
                  </a:ext>
                </a:extLst>
              </p:cNvPr>
              <p:cNvSpPr/>
              <p:nvPr/>
            </p:nvSpPr>
            <p:spPr>
              <a:xfrm>
                <a:off x="3456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7" name="Rechteck 226">
                <a:extLst>
                  <a:ext uri="{FF2B5EF4-FFF2-40B4-BE49-F238E27FC236}">
                    <a16:creationId xmlns:a16="http://schemas.microsoft.com/office/drawing/2014/main" id="{7C4D3447-DB8E-4787-A2E1-5DAC97FF89E2}"/>
                  </a:ext>
                </a:extLst>
              </p:cNvPr>
              <p:cNvSpPr/>
              <p:nvPr/>
            </p:nvSpPr>
            <p:spPr>
              <a:xfrm>
                <a:off x="4968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8" name="Rechteck 227">
                <a:extLst>
                  <a:ext uri="{FF2B5EF4-FFF2-40B4-BE49-F238E27FC236}">
                    <a16:creationId xmlns:a16="http://schemas.microsoft.com/office/drawing/2014/main" id="{4CC7EBC6-C605-4952-AA4E-4FE34FCD61EB}"/>
                  </a:ext>
                </a:extLst>
              </p:cNvPr>
              <p:cNvSpPr/>
              <p:nvPr/>
            </p:nvSpPr>
            <p:spPr>
              <a:xfrm>
                <a:off x="4968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9" name="Rechteck 228">
                <a:extLst>
                  <a:ext uri="{FF2B5EF4-FFF2-40B4-BE49-F238E27FC236}">
                    <a16:creationId xmlns:a16="http://schemas.microsoft.com/office/drawing/2014/main" id="{8FAF03FB-9D03-498B-9DBA-1AB5525EB8CC}"/>
                  </a:ext>
                </a:extLst>
              </p:cNvPr>
              <p:cNvSpPr/>
              <p:nvPr/>
            </p:nvSpPr>
            <p:spPr>
              <a:xfrm>
                <a:off x="-864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0" name="Rechteck 229">
                <a:extLst>
                  <a:ext uri="{FF2B5EF4-FFF2-40B4-BE49-F238E27FC236}">
                    <a16:creationId xmlns:a16="http://schemas.microsoft.com/office/drawing/2014/main" id="{DFE6E56E-D52D-4A59-AC03-09BAE4B5FE3E}"/>
                  </a:ext>
                </a:extLst>
              </p:cNvPr>
              <p:cNvSpPr/>
              <p:nvPr/>
            </p:nvSpPr>
            <p:spPr>
              <a:xfrm>
                <a:off x="4752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1" name="Rechteck 230">
                <a:extLst>
                  <a:ext uri="{FF2B5EF4-FFF2-40B4-BE49-F238E27FC236}">
                    <a16:creationId xmlns:a16="http://schemas.microsoft.com/office/drawing/2014/main" id="{9B930C88-2319-478D-9579-D441EA48F023}"/>
                  </a:ext>
                </a:extLst>
              </p:cNvPr>
              <p:cNvSpPr/>
              <p:nvPr/>
            </p:nvSpPr>
            <p:spPr>
              <a:xfrm>
                <a:off x="0" y="280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C9F8DD47-75C0-48F0-8B63-177BE7D1C9AB}"/>
                  </a:ext>
                </a:extLst>
              </p:cNvPr>
              <p:cNvSpPr/>
              <p:nvPr/>
            </p:nvSpPr>
            <p:spPr>
              <a:xfrm>
                <a:off x="-1080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3" name="Rechteck 232">
                <a:extLst>
                  <a:ext uri="{FF2B5EF4-FFF2-40B4-BE49-F238E27FC236}">
                    <a16:creationId xmlns:a16="http://schemas.microsoft.com/office/drawing/2014/main" id="{4E642A11-0184-4AE3-90B9-EEBC7CB5333E}"/>
                  </a:ext>
                </a:extLst>
              </p:cNvPr>
              <p:cNvSpPr/>
              <p:nvPr/>
            </p:nvSpPr>
            <p:spPr>
              <a:xfrm>
                <a:off x="-86400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4" name="Rechteck 233">
                <a:extLst>
                  <a:ext uri="{FF2B5EF4-FFF2-40B4-BE49-F238E27FC236}">
                    <a16:creationId xmlns:a16="http://schemas.microsoft.com/office/drawing/2014/main" id="{25238175-263B-4481-AC20-04D59263233C}"/>
                  </a:ext>
                </a:extLst>
              </p:cNvPr>
              <p:cNvSpPr/>
              <p:nvPr/>
            </p:nvSpPr>
            <p:spPr>
              <a:xfrm>
                <a:off x="4968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5" name="Rechteck 234">
                <a:extLst>
                  <a:ext uri="{FF2B5EF4-FFF2-40B4-BE49-F238E27FC236}">
                    <a16:creationId xmlns:a16="http://schemas.microsoft.com/office/drawing/2014/main" id="{9A3CFD52-0053-4B12-B63D-B0C8D1692032}"/>
                  </a:ext>
                </a:extLst>
              </p:cNvPr>
              <p:cNvSpPr/>
              <p:nvPr/>
            </p:nvSpPr>
            <p:spPr>
              <a:xfrm>
                <a:off x="5184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6" name="Rechteck 235">
                <a:extLst>
                  <a:ext uri="{FF2B5EF4-FFF2-40B4-BE49-F238E27FC236}">
                    <a16:creationId xmlns:a16="http://schemas.microsoft.com/office/drawing/2014/main" id="{4863357E-E394-458E-9CA0-8DAE9451246B}"/>
                  </a:ext>
                </a:extLst>
              </p:cNvPr>
              <p:cNvSpPr/>
              <p:nvPr/>
            </p:nvSpPr>
            <p:spPr>
              <a:xfrm>
                <a:off x="4536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7" name="Rechteck 236">
                <a:extLst>
                  <a:ext uri="{FF2B5EF4-FFF2-40B4-BE49-F238E27FC236}">
                    <a16:creationId xmlns:a16="http://schemas.microsoft.com/office/drawing/2014/main" id="{88DA8EB4-B50A-431A-9147-481336DE6B89}"/>
                  </a:ext>
                </a:extLst>
              </p:cNvPr>
              <p:cNvSpPr/>
              <p:nvPr/>
            </p:nvSpPr>
            <p:spPr>
              <a:xfrm>
                <a:off x="3456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8" name="Rechteck 237">
                <a:extLst>
                  <a:ext uri="{FF2B5EF4-FFF2-40B4-BE49-F238E27FC236}">
                    <a16:creationId xmlns:a16="http://schemas.microsoft.com/office/drawing/2014/main" id="{635F45AC-DCF3-4CF8-84D0-D96BAD0D0706}"/>
                  </a:ext>
                </a:extLst>
              </p:cNvPr>
              <p:cNvSpPr/>
              <p:nvPr/>
            </p:nvSpPr>
            <p:spPr>
              <a:xfrm>
                <a:off x="3672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9" name="Rechteck 238">
                <a:extLst>
                  <a:ext uri="{FF2B5EF4-FFF2-40B4-BE49-F238E27FC236}">
                    <a16:creationId xmlns:a16="http://schemas.microsoft.com/office/drawing/2014/main" id="{D86883A1-9144-4A0C-AC99-51259B7B7F9A}"/>
                  </a:ext>
                </a:extLst>
              </p:cNvPr>
              <p:cNvSpPr/>
              <p:nvPr/>
            </p:nvSpPr>
            <p:spPr>
              <a:xfrm>
                <a:off x="4104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0" name="Rechteck 239">
                <a:extLst>
                  <a:ext uri="{FF2B5EF4-FFF2-40B4-BE49-F238E27FC236}">
                    <a16:creationId xmlns:a16="http://schemas.microsoft.com/office/drawing/2014/main" id="{AC2FCC05-22BF-43D3-81BD-FD2F5491AC9E}"/>
                  </a:ext>
                </a:extLst>
              </p:cNvPr>
              <p:cNvSpPr/>
              <p:nvPr/>
            </p:nvSpPr>
            <p:spPr>
              <a:xfrm>
                <a:off x="4104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1" name="Rechteck 240">
                <a:extLst>
                  <a:ext uri="{FF2B5EF4-FFF2-40B4-BE49-F238E27FC236}">
                    <a16:creationId xmlns:a16="http://schemas.microsoft.com/office/drawing/2014/main" id="{B14E07CA-7CAD-4C04-ADD6-46C6703DD569}"/>
                  </a:ext>
                </a:extLst>
              </p:cNvPr>
              <p:cNvSpPr/>
              <p:nvPr/>
            </p:nvSpPr>
            <p:spPr>
              <a:xfrm>
                <a:off x="4752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2" name="Rechteck 241">
                <a:extLst>
                  <a:ext uri="{FF2B5EF4-FFF2-40B4-BE49-F238E27FC236}">
                    <a16:creationId xmlns:a16="http://schemas.microsoft.com/office/drawing/2014/main" id="{A6395991-AC36-4FB2-A826-1F78167372DA}"/>
                  </a:ext>
                </a:extLst>
              </p:cNvPr>
              <p:cNvSpPr/>
              <p:nvPr/>
            </p:nvSpPr>
            <p:spPr>
              <a:xfrm>
                <a:off x="-43200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3" name="Rechteck 242">
                <a:extLst>
                  <a:ext uri="{FF2B5EF4-FFF2-40B4-BE49-F238E27FC236}">
                    <a16:creationId xmlns:a16="http://schemas.microsoft.com/office/drawing/2014/main" id="{81E1D935-38C3-4F0B-B9B2-1FFF3806CCE3}"/>
                  </a:ext>
                </a:extLst>
              </p:cNvPr>
              <p:cNvSpPr/>
              <p:nvPr/>
            </p:nvSpPr>
            <p:spPr>
              <a:xfrm>
                <a:off x="3456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4" name="Rechteck 243">
                <a:extLst>
                  <a:ext uri="{FF2B5EF4-FFF2-40B4-BE49-F238E27FC236}">
                    <a16:creationId xmlns:a16="http://schemas.microsoft.com/office/drawing/2014/main" id="{6D747896-0EF6-4CC8-8D98-E28B45C0F290}"/>
                  </a:ext>
                </a:extLst>
              </p:cNvPr>
              <p:cNvSpPr/>
              <p:nvPr/>
            </p:nvSpPr>
            <p:spPr>
              <a:xfrm>
                <a:off x="4320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5" name="Rechteck 244">
                <a:extLst>
                  <a:ext uri="{FF2B5EF4-FFF2-40B4-BE49-F238E27FC236}">
                    <a16:creationId xmlns:a16="http://schemas.microsoft.com/office/drawing/2014/main" id="{D52686AC-81A4-46C5-B827-E6BC4A887ABE}"/>
                  </a:ext>
                </a:extLst>
              </p:cNvPr>
              <p:cNvSpPr/>
              <p:nvPr/>
            </p:nvSpPr>
            <p:spPr>
              <a:xfrm>
                <a:off x="4536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6" name="Rechteck 245">
                <a:extLst>
                  <a:ext uri="{FF2B5EF4-FFF2-40B4-BE49-F238E27FC236}">
                    <a16:creationId xmlns:a16="http://schemas.microsoft.com/office/drawing/2014/main" id="{315DDEAD-5711-4309-BA0A-3CCA34767982}"/>
                  </a:ext>
                </a:extLst>
              </p:cNvPr>
              <p:cNvSpPr/>
              <p:nvPr/>
            </p:nvSpPr>
            <p:spPr>
              <a:xfrm>
                <a:off x="4752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7" name="Rechteck 246">
                <a:extLst>
                  <a:ext uri="{FF2B5EF4-FFF2-40B4-BE49-F238E27FC236}">
                    <a16:creationId xmlns:a16="http://schemas.microsoft.com/office/drawing/2014/main" id="{14F6F362-1FE3-4306-AF6D-D5CDEA61BD38}"/>
                  </a:ext>
                </a:extLst>
              </p:cNvPr>
              <p:cNvSpPr/>
              <p:nvPr/>
            </p:nvSpPr>
            <p:spPr>
              <a:xfrm>
                <a:off x="0" y="302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8" name="Rechteck 247">
                <a:extLst>
                  <a:ext uri="{FF2B5EF4-FFF2-40B4-BE49-F238E27FC236}">
                    <a16:creationId xmlns:a16="http://schemas.microsoft.com/office/drawing/2014/main" id="{5B7706EC-438F-4646-9E20-D6963345FF92}"/>
                  </a:ext>
                </a:extLst>
              </p:cNvPr>
              <p:cNvSpPr/>
              <p:nvPr/>
            </p:nvSpPr>
            <p:spPr>
              <a:xfrm>
                <a:off x="4968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9" name="Rechteck 248">
                <a:extLst>
                  <a:ext uri="{FF2B5EF4-FFF2-40B4-BE49-F238E27FC236}">
                    <a16:creationId xmlns:a16="http://schemas.microsoft.com/office/drawing/2014/main" id="{47F628FC-FCEB-4E49-AC9F-B05D021DA9D1}"/>
                  </a:ext>
                </a:extLst>
              </p:cNvPr>
              <p:cNvSpPr/>
              <p:nvPr/>
            </p:nvSpPr>
            <p:spPr>
              <a:xfrm>
                <a:off x="4752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0" name="Rechteck 249">
                <a:extLst>
                  <a:ext uri="{FF2B5EF4-FFF2-40B4-BE49-F238E27FC236}">
                    <a16:creationId xmlns:a16="http://schemas.microsoft.com/office/drawing/2014/main" id="{66AEA997-249A-425D-A202-BDEE50B34E50}"/>
                  </a:ext>
                </a:extLst>
              </p:cNvPr>
              <p:cNvSpPr/>
              <p:nvPr/>
            </p:nvSpPr>
            <p:spPr>
              <a:xfrm>
                <a:off x="3240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1" name="Rechteck 250">
                <a:extLst>
                  <a:ext uri="{FF2B5EF4-FFF2-40B4-BE49-F238E27FC236}">
                    <a16:creationId xmlns:a16="http://schemas.microsoft.com/office/drawing/2014/main" id="{74C8856D-FE11-4EC7-8F8F-C59316586A6F}"/>
                  </a:ext>
                </a:extLst>
              </p:cNvPr>
              <p:cNvSpPr/>
              <p:nvPr/>
            </p:nvSpPr>
            <p:spPr>
              <a:xfrm>
                <a:off x="3456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2" name="Rechteck 251">
                <a:extLst>
                  <a:ext uri="{FF2B5EF4-FFF2-40B4-BE49-F238E27FC236}">
                    <a16:creationId xmlns:a16="http://schemas.microsoft.com/office/drawing/2014/main" id="{EFADF133-1889-4ABB-AFD9-62D21B5BFF89}"/>
                  </a:ext>
                </a:extLst>
              </p:cNvPr>
              <p:cNvSpPr/>
              <p:nvPr/>
            </p:nvSpPr>
            <p:spPr>
              <a:xfrm>
                <a:off x="-216000" y="324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3" name="Rechteck 252">
                <a:extLst>
                  <a:ext uri="{FF2B5EF4-FFF2-40B4-BE49-F238E27FC236}">
                    <a16:creationId xmlns:a16="http://schemas.microsoft.com/office/drawing/2014/main" id="{3F9C6E19-19D1-49FD-95E5-BCD7396AFAF8}"/>
                  </a:ext>
                </a:extLst>
              </p:cNvPr>
              <p:cNvSpPr/>
              <p:nvPr/>
            </p:nvSpPr>
            <p:spPr>
              <a:xfrm>
                <a:off x="3240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4" name="Rechteck 253">
                <a:extLst>
                  <a:ext uri="{FF2B5EF4-FFF2-40B4-BE49-F238E27FC236}">
                    <a16:creationId xmlns:a16="http://schemas.microsoft.com/office/drawing/2014/main" id="{D815782D-B28C-4C16-A78C-A0F8B2CD5F63}"/>
                  </a:ext>
                </a:extLst>
              </p:cNvPr>
              <p:cNvSpPr/>
              <p:nvPr/>
            </p:nvSpPr>
            <p:spPr>
              <a:xfrm>
                <a:off x="3024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5" name="Rechteck 254">
                <a:extLst>
                  <a:ext uri="{FF2B5EF4-FFF2-40B4-BE49-F238E27FC236}">
                    <a16:creationId xmlns:a16="http://schemas.microsoft.com/office/drawing/2014/main" id="{9D6E5580-4381-4D7C-959F-8CF84AF330D9}"/>
                  </a:ext>
                </a:extLst>
              </p:cNvPr>
              <p:cNvSpPr/>
              <p:nvPr/>
            </p:nvSpPr>
            <p:spPr>
              <a:xfrm>
                <a:off x="5184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6" name="Rechteck 255">
                <a:extLst>
                  <a:ext uri="{FF2B5EF4-FFF2-40B4-BE49-F238E27FC236}">
                    <a16:creationId xmlns:a16="http://schemas.microsoft.com/office/drawing/2014/main" id="{1B75E772-3F1D-40D7-B2CE-F7B1F0C4B1BC}"/>
                  </a:ext>
                </a:extLst>
              </p:cNvPr>
              <p:cNvSpPr/>
              <p:nvPr/>
            </p:nvSpPr>
            <p:spPr>
              <a:xfrm>
                <a:off x="5184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7" name="Rechteck 256">
                <a:extLst>
                  <a:ext uri="{FF2B5EF4-FFF2-40B4-BE49-F238E27FC236}">
                    <a16:creationId xmlns:a16="http://schemas.microsoft.com/office/drawing/2014/main" id="{633A58F0-2CFB-4882-B1AF-F7C4D08DC8C1}"/>
                  </a:ext>
                </a:extLst>
              </p:cNvPr>
              <p:cNvSpPr/>
              <p:nvPr/>
            </p:nvSpPr>
            <p:spPr>
              <a:xfrm>
                <a:off x="3024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8" name="Rechteck 257">
                <a:extLst>
                  <a:ext uri="{FF2B5EF4-FFF2-40B4-BE49-F238E27FC236}">
                    <a16:creationId xmlns:a16="http://schemas.microsoft.com/office/drawing/2014/main" id="{03E3AC44-A7ED-4EA1-A726-C9F2706872A8}"/>
                  </a:ext>
                </a:extLst>
              </p:cNvPr>
              <p:cNvSpPr/>
              <p:nvPr/>
            </p:nvSpPr>
            <p:spPr>
              <a:xfrm>
                <a:off x="3888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9" name="Rechteck 258">
                <a:extLst>
                  <a:ext uri="{FF2B5EF4-FFF2-40B4-BE49-F238E27FC236}">
                    <a16:creationId xmlns:a16="http://schemas.microsoft.com/office/drawing/2014/main" id="{D364AADE-94D0-40FF-A94B-D0942D19DB10}"/>
                  </a:ext>
                </a:extLst>
              </p:cNvPr>
              <p:cNvSpPr/>
              <p:nvPr/>
            </p:nvSpPr>
            <p:spPr>
              <a:xfrm>
                <a:off x="4752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0" name="Rechteck 259">
                <a:extLst>
                  <a:ext uri="{FF2B5EF4-FFF2-40B4-BE49-F238E27FC236}">
                    <a16:creationId xmlns:a16="http://schemas.microsoft.com/office/drawing/2014/main" id="{9E14253E-7F7C-40F7-93DF-52CD5221DC69}"/>
                  </a:ext>
                </a:extLst>
              </p:cNvPr>
              <p:cNvSpPr/>
              <p:nvPr/>
            </p:nvSpPr>
            <p:spPr>
              <a:xfrm>
                <a:off x="4968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1" name="Rechteck 260">
                <a:extLst>
                  <a:ext uri="{FF2B5EF4-FFF2-40B4-BE49-F238E27FC236}">
                    <a16:creationId xmlns:a16="http://schemas.microsoft.com/office/drawing/2014/main" id="{2C8ADA95-95E1-4F8D-83BB-6FF044F8C45F}"/>
                  </a:ext>
                </a:extLst>
              </p:cNvPr>
              <p:cNvSpPr/>
              <p:nvPr/>
            </p:nvSpPr>
            <p:spPr>
              <a:xfrm>
                <a:off x="3456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2" name="Rechteck 261">
                <a:extLst>
                  <a:ext uri="{FF2B5EF4-FFF2-40B4-BE49-F238E27FC236}">
                    <a16:creationId xmlns:a16="http://schemas.microsoft.com/office/drawing/2014/main" id="{B4F85FF1-7016-4E7C-95AB-7020D854550C}"/>
                  </a:ext>
                </a:extLst>
              </p:cNvPr>
              <p:cNvSpPr/>
              <p:nvPr/>
            </p:nvSpPr>
            <p:spPr>
              <a:xfrm>
                <a:off x="5184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3" name="Rechteck 262">
                <a:extLst>
                  <a:ext uri="{FF2B5EF4-FFF2-40B4-BE49-F238E27FC236}">
                    <a16:creationId xmlns:a16="http://schemas.microsoft.com/office/drawing/2014/main" id="{2CE28037-28B1-4F56-B1DE-C93160AA7F52}"/>
                  </a:ext>
                </a:extLst>
              </p:cNvPr>
              <p:cNvSpPr/>
              <p:nvPr/>
            </p:nvSpPr>
            <p:spPr>
              <a:xfrm>
                <a:off x="4752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4" name="Rechteck 263">
                <a:extLst>
                  <a:ext uri="{FF2B5EF4-FFF2-40B4-BE49-F238E27FC236}">
                    <a16:creationId xmlns:a16="http://schemas.microsoft.com/office/drawing/2014/main" id="{5787E9A4-2445-4E4D-853D-2805CE4AAC5C}"/>
                  </a:ext>
                </a:extLst>
              </p:cNvPr>
              <p:cNvSpPr/>
              <p:nvPr/>
            </p:nvSpPr>
            <p:spPr>
              <a:xfrm>
                <a:off x="3672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5" name="Rechteck 264">
                <a:extLst>
                  <a:ext uri="{FF2B5EF4-FFF2-40B4-BE49-F238E27FC236}">
                    <a16:creationId xmlns:a16="http://schemas.microsoft.com/office/drawing/2014/main" id="{E47C34D3-373C-4D27-97F3-046FBE2A693F}"/>
                  </a:ext>
                </a:extLst>
              </p:cNvPr>
              <p:cNvSpPr/>
              <p:nvPr/>
            </p:nvSpPr>
            <p:spPr>
              <a:xfrm>
                <a:off x="4320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6" name="Rechteck 265">
                <a:extLst>
                  <a:ext uri="{FF2B5EF4-FFF2-40B4-BE49-F238E27FC236}">
                    <a16:creationId xmlns:a16="http://schemas.microsoft.com/office/drawing/2014/main" id="{09C2F615-5C33-45C4-9978-2F798616D46D}"/>
                  </a:ext>
                </a:extLst>
              </p:cNvPr>
              <p:cNvSpPr/>
              <p:nvPr/>
            </p:nvSpPr>
            <p:spPr>
              <a:xfrm>
                <a:off x="3888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7" name="Rechteck 266">
                <a:extLst>
                  <a:ext uri="{FF2B5EF4-FFF2-40B4-BE49-F238E27FC236}">
                    <a16:creationId xmlns:a16="http://schemas.microsoft.com/office/drawing/2014/main" id="{3BC552B9-B9B9-4CDD-A093-C9BB695227B4}"/>
                  </a:ext>
                </a:extLst>
              </p:cNvPr>
              <p:cNvSpPr/>
              <p:nvPr/>
            </p:nvSpPr>
            <p:spPr>
              <a:xfrm>
                <a:off x="4536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8" name="Rechteck 267">
                <a:extLst>
                  <a:ext uri="{FF2B5EF4-FFF2-40B4-BE49-F238E27FC236}">
                    <a16:creationId xmlns:a16="http://schemas.microsoft.com/office/drawing/2014/main" id="{2B85200F-AF93-473C-AE4E-9D07F5FEFA71}"/>
                  </a:ext>
                </a:extLst>
              </p:cNvPr>
              <p:cNvSpPr/>
              <p:nvPr/>
            </p:nvSpPr>
            <p:spPr>
              <a:xfrm>
                <a:off x="3024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9" name="Rechteck 268">
                <a:extLst>
                  <a:ext uri="{FF2B5EF4-FFF2-40B4-BE49-F238E27FC236}">
                    <a16:creationId xmlns:a16="http://schemas.microsoft.com/office/drawing/2014/main" id="{9D15412D-B004-48E6-BD31-166856D5EB7E}"/>
                  </a:ext>
                </a:extLst>
              </p:cNvPr>
              <p:cNvSpPr/>
              <p:nvPr/>
            </p:nvSpPr>
            <p:spPr>
              <a:xfrm>
                <a:off x="-1296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0" name="Rechteck 269">
                <a:extLst>
                  <a:ext uri="{FF2B5EF4-FFF2-40B4-BE49-F238E27FC236}">
                    <a16:creationId xmlns:a16="http://schemas.microsoft.com/office/drawing/2014/main" id="{FAC8192F-2E92-4111-B6C5-AFFF31ACBB2C}"/>
                  </a:ext>
                </a:extLst>
              </p:cNvPr>
              <p:cNvSpPr/>
              <p:nvPr/>
            </p:nvSpPr>
            <p:spPr>
              <a:xfrm>
                <a:off x="-1080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1" name="Rechteck 270">
                <a:extLst>
                  <a:ext uri="{FF2B5EF4-FFF2-40B4-BE49-F238E27FC236}">
                    <a16:creationId xmlns:a16="http://schemas.microsoft.com/office/drawing/2014/main" id="{1B2AC0EB-7BB5-4A49-8895-EE26CF24EC99}"/>
                  </a:ext>
                </a:extLst>
              </p:cNvPr>
              <p:cNvSpPr/>
              <p:nvPr/>
            </p:nvSpPr>
            <p:spPr>
              <a:xfrm>
                <a:off x="-1512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2" name="Rechteck 271">
                <a:extLst>
                  <a:ext uri="{FF2B5EF4-FFF2-40B4-BE49-F238E27FC236}">
                    <a16:creationId xmlns:a16="http://schemas.microsoft.com/office/drawing/2014/main" id="{822343CA-B462-48B1-A289-291C42DB8865}"/>
                  </a:ext>
                </a:extLst>
              </p:cNvPr>
              <p:cNvSpPr/>
              <p:nvPr/>
            </p:nvSpPr>
            <p:spPr>
              <a:xfrm>
                <a:off x="216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3" name="Rechteck 272">
                <a:extLst>
                  <a:ext uri="{FF2B5EF4-FFF2-40B4-BE49-F238E27FC236}">
                    <a16:creationId xmlns:a16="http://schemas.microsoft.com/office/drawing/2014/main" id="{FB766605-01C6-49EF-BF04-925BF5193A7C}"/>
                  </a:ext>
                </a:extLst>
              </p:cNvPr>
              <p:cNvSpPr/>
              <p:nvPr/>
            </p:nvSpPr>
            <p:spPr>
              <a:xfrm>
                <a:off x="-864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4" name="Rechteck 273">
                <a:extLst>
                  <a:ext uri="{FF2B5EF4-FFF2-40B4-BE49-F238E27FC236}">
                    <a16:creationId xmlns:a16="http://schemas.microsoft.com/office/drawing/2014/main" id="{9117F101-C5CD-4496-B246-7431ECA8DAC9}"/>
                  </a:ext>
                </a:extLst>
              </p:cNvPr>
              <p:cNvSpPr/>
              <p:nvPr/>
            </p:nvSpPr>
            <p:spPr>
              <a:xfrm>
                <a:off x="-216000" y="432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5" name="Rechteck 274">
                <a:extLst>
                  <a:ext uri="{FF2B5EF4-FFF2-40B4-BE49-F238E27FC236}">
                    <a16:creationId xmlns:a16="http://schemas.microsoft.com/office/drawing/2014/main" id="{143BD4B8-B09D-4EA5-AF11-C5E7D3DEB368}"/>
                  </a:ext>
                </a:extLst>
              </p:cNvPr>
              <p:cNvSpPr/>
              <p:nvPr/>
            </p:nvSpPr>
            <p:spPr>
              <a:xfrm>
                <a:off x="-864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6" name="Rechteck 275">
                <a:extLst>
                  <a:ext uri="{FF2B5EF4-FFF2-40B4-BE49-F238E27FC236}">
                    <a16:creationId xmlns:a16="http://schemas.microsoft.com/office/drawing/2014/main" id="{E2C2D984-836D-4CBD-9E74-F02230A50C06}"/>
                  </a:ext>
                </a:extLst>
              </p:cNvPr>
              <p:cNvSpPr/>
              <p:nvPr/>
            </p:nvSpPr>
            <p:spPr>
              <a:xfrm>
                <a:off x="-1728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7" name="Rechteck 276">
                <a:extLst>
                  <a:ext uri="{FF2B5EF4-FFF2-40B4-BE49-F238E27FC236}">
                    <a16:creationId xmlns:a16="http://schemas.microsoft.com/office/drawing/2014/main" id="{5F4245F2-33C6-4332-843D-52CF120B9242}"/>
                  </a:ext>
                </a:extLst>
              </p:cNvPr>
              <p:cNvSpPr/>
              <p:nvPr/>
            </p:nvSpPr>
            <p:spPr>
              <a:xfrm>
                <a:off x="-1728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8" name="Rechteck 277">
                <a:extLst>
                  <a:ext uri="{FF2B5EF4-FFF2-40B4-BE49-F238E27FC236}">
                    <a16:creationId xmlns:a16="http://schemas.microsoft.com/office/drawing/2014/main" id="{6A202D81-B786-4E78-9D7A-C073A389E1CB}"/>
                  </a:ext>
                </a:extLst>
              </p:cNvPr>
              <p:cNvSpPr/>
              <p:nvPr/>
            </p:nvSpPr>
            <p:spPr>
              <a:xfrm>
                <a:off x="216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9" name="Rechteck 278">
                <a:extLst>
                  <a:ext uri="{FF2B5EF4-FFF2-40B4-BE49-F238E27FC236}">
                    <a16:creationId xmlns:a16="http://schemas.microsoft.com/office/drawing/2014/main" id="{ACBAEC17-F65A-4655-9E00-F6D94B8C2F85}"/>
                  </a:ext>
                </a:extLst>
              </p:cNvPr>
              <p:cNvSpPr/>
              <p:nvPr/>
            </p:nvSpPr>
            <p:spPr>
              <a:xfrm>
                <a:off x="-151200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0" name="Rechteck 279">
                <a:extLst>
                  <a:ext uri="{FF2B5EF4-FFF2-40B4-BE49-F238E27FC236}">
                    <a16:creationId xmlns:a16="http://schemas.microsoft.com/office/drawing/2014/main" id="{9380A744-FB28-4E4E-8FDE-6AA170D835A1}"/>
                  </a:ext>
                </a:extLst>
              </p:cNvPr>
              <p:cNvSpPr/>
              <p:nvPr/>
            </p:nvSpPr>
            <p:spPr>
              <a:xfrm>
                <a:off x="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1" name="Rechteck 280">
                <a:extLst>
                  <a:ext uri="{FF2B5EF4-FFF2-40B4-BE49-F238E27FC236}">
                    <a16:creationId xmlns:a16="http://schemas.microsoft.com/office/drawing/2014/main" id="{D0EB6AF7-9290-4C4C-B819-AA1744517F76}"/>
                  </a:ext>
                </a:extLst>
              </p:cNvPr>
              <p:cNvSpPr/>
              <p:nvPr/>
            </p:nvSpPr>
            <p:spPr>
              <a:xfrm>
                <a:off x="0" y="453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2" name="Rechteck 281">
                <a:extLst>
                  <a:ext uri="{FF2B5EF4-FFF2-40B4-BE49-F238E27FC236}">
                    <a16:creationId xmlns:a16="http://schemas.microsoft.com/office/drawing/2014/main" id="{D394E9CB-4D5A-48B5-8287-8DF21ED413EC}"/>
                  </a:ext>
                </a:extLst>
              </p:cNvPr>
              <p:cNvSpPr/>
              <p:nvPr/>
            </p:nvSpPr>
            <p:spPr>
              <a:xfrm>
                <a:off x="-1728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3" name="Rechteck 282">
                <a:extLst>
                  <a:ext uri="{FF2B5EF4-FFF2-40B4-BE49-F238E27FC236}">
                    <a16:creationId xmlns:a16="http://schemas.microsoft.com/office/drawing/2014/main" id="{F0EAE8C8-D22F-466A-A40B-6452FEEBD9D4}"/>
                  </a:ext>
                </a:extLst>
              </p:cNvPr>
              <p:cNvSpPr/>
              <p:nvPr/>
            </p:nvSpPr>
            <p:spPr>
              <a:xfrm>
                <a:off x="-432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4" name="Rechteck 283">
                <a:extLst>
                  <a:ext uri="{FF2B5EF4-FFF2-40B4-BE49-F238E27FC236}">
                    <a16:creationId xmlns:a16="http://schemas.microsoft.com/office/drawing/2014/main" id="{8C052673-33F2-43A6-A98B-6470C042A8E7}"/>
                  </a:ext>
                </a:extLst>
              </p:cNvPr>
              <p:cNvSpPr/>
              <p:nvPr/>
            </p:nvSpPr>
            <p:spPr>
              <a:xfrm>
                <a:off x="-864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5" name="Rechteck 284">
                <a:extLst>
                  <a:ext uri="{FF2B5EF4-FFF2-40B4-BE49-F238E27FC236}">
                    <a16:creationId xmlns:a16="http://schemas.microsoft.com/office/drawing/2014/main" id="{BB5D7D02-1A85-42D1-A699-3632892A393E}"/>
                  </a:ext>
                </a:extLst>
              </p:cNvPr>
              <p:cNvSpPr/>
              <p:nvPr/>
            </p:nvSpPr>
            <p:spPr>
              <a:xfrm>
                <a:off x="-432000" y="432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6" name="Rechteck 285">
                <a:extLst>
                  <a:ext uri="{FF2B5EF4-FFF2-40B4-BE49-F238E27FC236}">
                    <a16:creationId xmlns:a16="http://schemas.microsoft.com/office/drawing/2014/main" id="{623EE07B-D7D4-417D-AA25-6257F22769EA}"/>
                  </a:ext>
                </a:extLst>
              </p:cNvPr>
              <p:cNvSpPr/>
              <p:nvPr/>
            </p:nvSpPr>
            <p:spPr>
              <a:xfrm>
                <a:off x="-1512000" y="432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7" name="Rechteck 286">
                <a:extLst>
                  <a:ext uri="{FF2B5EF4-FFF2-40B4-BE49-F238E27FC236}">
                    <a16:creationId xmlns:a16="http://schemas.microsoft.com/office/drawing/2014/main" id="{9AED6354-4D67-485F-843F-83001806FFDD}"/>
                  </a:ext>
                </a:extLst>
              </p:cNvPr>
              <p:cNvSpPr/>
              <p:nvPr/>
            </p:nvSpPr>
            <p:spPr>
              <a:xfrm>
                <a:off x="-1512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8" name="Rechteck 287">
                <a:extLst>
                  <a:ext uri="{FF2B5EF4-FFF2-40B4-BE49-F238E27FC236}">
                    <a16:creationId xmlns:a16="http://schemas.microsoft.com/office/drawing/2014/main" id="{515B3C8F-4767-4DC3-83C8-94AD29623B4C}"/>
                  </a:ext>
                </a:extLst>
              </p:cNvPr>
              <p:cNvSpPr/>
              <p:nvPr/>
            </p:nvSpPr>
            <p:spPr>
              <a:xfrm>
                <a:off x="-1296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9" name="Rechteck 288">
                <a:extLst>
                  <a:ext uri="{FF2B5EF4-FFF2-40B4-BE49-F238E27FC236}">
                    <a16:creationId xmlns:a16="http://schemas.microsoft.com/office/drawing/2014/main" id="{21E87E4B-9622-4AAE-9D09-FDFEAC434C64}"/>
                  </a:ext>
                </a:extLst>
              </p:cNvPr>
              <p:cNvSpPr/>
              <p:nvPr/>
            </p:nvSpPr>
            <p:spPr>
              <a:xfrm>
                <a:off x="-1080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0" name="Rechteck 289">
                <a:extLst>
                  <a:ext uri="{FF2B5EF4-FFF2-40B4-BE49-F238E27FC236}">
                    <a16:creationId xmlns:a16="http://schemas.microsoft.com/office/drawing/2014/main" id="{FE833F90-53CB-4BE5-BF14-E5C82D1C568F}"/>
                  </a:ext>
                </a:extLst>
              </p:cNvPr>
              <p:cNvSpPr/>
              <p:nvPr/>
            </p:nvSpPr>
            <p:spPr>
              <a:xfrm>
                <a:off x="-432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1" name="Rechteck 290">
                <a:extLst>
                  <a:ext uri="{FF2B5EF4-FFF2-40B4-BE49-F238E27FC236}">
                    <a16:creationId xmlns:a16="http://schemas.microsoft.com/office/drawing/2014/main" id="{C86D60BE-BDCC-4F41-A003-D4B34B71D7DF}"/>
                  </a:ext>
                </a:extLst>
              </p:cNvPr>
              <p:cNvSpPr/>
              <p:nvPr/>
            </p:nvSpPr>
            <p:spPr>
              <a:xfrm>
                <a:off x="-1728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2" name="Rechteck 291">
                <a:extLst>
                  <a:ext uri="{FF2B5EF4-FFF2-40B4-BE49-F238E27FC236}">
                    <a16:creationId xmlns:a16="http://schemas.microsoft.com/office/drawing/2014/main" id="{CF80CD0F-EE3C-4E2E-B6C0-CDFE4569F200}"/>
                  </a:ext>
                </a:extLst>
              </p:cNvPr>
              <p:cNvSpPr/>
              <p:nvPr/>
            </p:nvSpPr>
            <p:spPr>
              <a:xfrm>
                <a:off x="-216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3" name="Rechteck 292">
                <a:extLst>
                  <a:ext uri="{FF2B5EF4-FFF2-40B4-BE49-F238E27FC236}">
                    <a16:creationId xmlns:a16="http://schemas.microsoft.com/office/drawing/2014/main" id="{FA49A0CC-5426-4997-8EB4-ABFEF19170C1}"/>
                  </a:ext>
                </a:extLst>
              </p:cNvPr>
              <p:cNvSpPr/>
              <p:nvPr/>
            </p:nvSpPr>
            <p:spPr>
              <a:xfrm>
                <a:off x="-432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4" name="Rechteck 293">
                <a:extLst>
                  <a:ext uri="{FF2B5EF4-FFF2-40B4-BE49-F238E27FC236}">
                    <a16:creationId xmlns:a16="http://schemas.microsoft.com/office/drawing/2014/main" id="{0B984F74-C786-468C-80F0-28C58B3FA37F}"/>
                  </a:ext>
                </a:extLst>
              </p:cNvPr>
              <p:cNvSpPr/>
              <p:nvPr/>
            </p:nvSpPr>
            <p:spPr>
              <a:xfrm>
                <a:off x="-1080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5" name="Rechteck 294">
                <a:extLst>
                  <a:ext uri="{FF2B5EF4-FFF2-40B4-BE49-F238E27FC236}">
                    <a16:creationId xmlns:a16="http://schemas.microsoft.com/office/drawing/2014/main" id="{ECDC98C8-0427-4E75-956D-5820C7A8A899}"/>
                  </a:ext>
                </a:extLst>
              </p:cNvPr>
              <p:cNvSpPr/>
              <p:nvPr/>
            </p:nvSpPr>
            <p:spPr>
              <a:xfrm>
                <a:off x="-864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6" name="Rechteck 295">
                <a:extLst>
                  <a:ext uri="{FF2B5EF4-FFF2-40B4-BE49-F238E27FC236}">
                    <a16:creationId xmlns:a16="http://schemas.microsoft.com/office/drawing/2014/main" id="{316E5A39-A7B7-4B06-B423-0260D829E5C4}"/>
                  </a:ext>
                </a:extLst>
              </p:cNvPr>
              <p:cNvSpPr/>
              <p:nvPr/>
            </p:nvSpPr>
            <p:spPr>
              <a:xfrm>
                <a:off x="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7" name="Rechteck 296">
                <a:extLst>
                  <a:ext uri="{FF2B5EF4-FFF2-40B4-BE49-F238E27FC236}">
                    <a16:creationId xmlns:a16="http://schemas.microsoft.com/office/drawing/2014/main" id="{AAE7317E-7F37-46EB-B80C-FBFD3AC5BB3B}"/>
                  </a:ext>
                </a:extLst>
              </p:cNvPr>
              <p:cNvSpPr/>
              <p:nvPr/>
            </p:nvSpPr>
            <p:spPr>
              <a:xfrm>
                <a:off x="-1080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8" name="Rechteck 297">
                <a:extLst>
                  <a:ext uri="{FF2B5EF4-FFF2-40B4-BE49-F238E27FC236}">
                    <a16:creationId xmlns:a16="http://schemas.microsoft.com/office/drawing/2014/main" id="{D6F5CA3A-DA67-41EF-82C5-C279E2CD3829}"/>
                  </a:ext>
                </a:extLst>
              </p:cNvPr>
              <p:cNvSpPr/>
              <p:nvPr/>
            </p:nvSpPr>
            <p:spPr>
              <a:xfrm>
                <a:off x="-216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9" name="Rechteck 298">
                <a:extLst>
                  <a:ext uri="{FF2B5EF4-FFF2-40B4-BE49-F238E27FC236}">
                    <a16:creationId xmlns:a16="http://schemas.microsoft.com/office/drawing/2014/main" id="{3779D976-F706-4CE0-86E5-6744F04DAACD}"/>
                  </a:ext>
                </a:extLst>
              </p:cNvPr>
              <p:cNvSpPr/>
              <p:nvPr/>
            </p:nvSpPr>
            <p:spPr>
              <a:xfrm>
                <a:off x="-432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0" name="Rechteck 299">
                <a:extLst>
                  <a:ext uri="{FF2B5EF4-FFF2-40B4-BE49-F238E27FC236}">
                    <a16:creationId xmlns:a16="http://schemas.microsoft.com/office/drawing/2014/main" id="{701B8B2F-2878-44A6-91EB-623BE078174B}"/>
                  </a:ext>
                </a:extLst>
              </p:cNvPr>
              <p:cNvSpPr/>
              <p:nvPr/>
            </p:nvSpPr>
            <p:spPr>
              <a:xfrm>
                <a:off x="-1728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1" name="Rechteck 300">
                <a:extLst>
                  <a:ext uri="{FF2B5EF4-FFF2-40B4-BE49-F238E27FC236}">
                    <a16:creationId xmlns:a16="http://schemas.microsoft.com/office/drawing/2014/main" id="{E8663C87-2107-454C-95A5-8872460F8C49}"/>
                  </a:ext>
                </a:extLst>
              </p:cNvPr>
              <p:cNvSpPr/>
              <p:nvPr/>
            </p:nvSpPr>
            <p:spPr>
              <a:xfrm>
                <a:off x="-216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2" name="Rechteck 301">
                <a:extLst>
                  <a:ext uri="{FF2B5EF4-FFF2-40B4-BE49-F238E27FC236}">
                    <a16:creationId xmlns:a16="http://schemas.microsoft.com/office/drawing/2014/main" id="{49AA45AE-0FE0-4DF9-962C-BCE3B380154B}"/>
                  </a:ext>
                </a:extLst>
              </p:cNvPr>
              <p:cNvSpPr/>
              <p:nvPr/>
            </p:nvSpPr>
            <p:spPr>
              <a:xfrm>
                <a:off x="-1296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3" name="Rechteck 302">
                <a:extLst>
                  <a:ext uri="{FF2B5EF4-FFF2-40B4-BE49-F238E27FC236}">
                    <a16:creationId xmlns:a16="http://schemas.microsoft.com/office/drawing/2014/main" id="{B596FA32-8BCD-431D-8AE1-105B5B028FBE}"/>
                  </a:ext>
                </a:extLst>
              </p:cNvPr>
              <p:cNvSpPr/>
              <p:nvPr/>
            </p:nvSpPr>
            <p:spPr>
              <a:xfrm>
                <a:off x="-864000" y="367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4" name="Rechteck 303">
                <a:extLst>
                  <a:ext uri="{FF2B5EF4-FFF2-40B4-BE49-F238E27FC236}">
                    <a16:creationId xmlns:a16="http://schemas.microsoft.com/office/drawing/2014/main" id="{F032EEFE-891B-4098-AB08-F2A279D9C245}"/>
                  </a:ext>
                </a:extLst>
              </p:cNvPr>
              <p:cNvSpPr/>
              <p:nvPr/>
            </p:nvSpPr>
            <p:spPr>
              <a:xfrm>
                <a:off x="-1296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5" name="Rechteck 304">
                <a:extLst>
                  <a:ext uri="{FF2B5EF4-FFF2-40B4-BE49-F238E27FC236}">
                    <a16:creationId xmlns:a16="http://schemas.microsoft.com/office/drawing/2014/main" id="{76E1F685-C984-4471-8EB3-DE47E66CB1D2}"/>
                  </a:ext>
                </a:extLst>
              </p:cNvPr>
              <p:cNvSpPr/>
              <p:nvPr/>
            </p:nvSpPr>
            <p:spPr>
              <a:xfrm>
                <a:off x="-648000" y="345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6" name="Rechteck 305">
                <a:extLst>
                  <a:ext uri="{FF2B5EF4-FFF2-40B4-BE49-F238E27FC236}">
                    <a16:creationId xmlns:a16="http://schemas.microsoft.com/office/drawing/2014/main" id="{983EBA13-CC8A-4FCB-9254-4A4583999DD0}"/>
                  </a:ext>
                </a:extLst>
              </p:cNvPr>
              <p:cNvSpPr/>
              <p:nvPr/>
            </p:nvSpPr>
            <p:spPr>
              <a:xfrm>
                <a:off x="-216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7" name="Rechteck 306">
                <a:extLst>
                  <a:ext uri="{FF2B5EF4-FFF2-40B4-BE49-F238E27FC236}">
                    <a16:creationId xmlns:a16="http://schemas.microsoft.com/office/drawing/2014/main" id="{95279126-E07C-4040-96CB-8FF7473501FB}"/>
                  </a:ext>
                </a:extLst>
              </p:cNvPr>
              <p:cNvSpPr/>
              <p:nvPr/>
            </p:nvSpPr>
            <p:spPr>
              <a:xfrm>
                <a:off x="-1728000" y="410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8" name="Rechteck 307">
                <a:extLst>
                  <a:ext uri="{FF2B5EF4-FFF2-40B4-BE49-F238E27FC236}">
                    <a16:creationId xmlns:a16="http://schemas.microsoft.com/office/drawing/2014/main" id="{04993A66-AB9C-4DFE-A1CD-6E60142A2EE9}"/>
                  </a:ext>
                </a:extLst>
              </p:cNvPr>
              <p:cNvSpPr/>
              <p:nvPr/>
            </p:nvSpPr>
            <p:spPr>
              <a:xfrm>
                <a:off x="-1296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9" name="Rechteck 308">
                <a:extLst>
                  <a:ext uri="{FF2B5EF4-FFF2-40B4-BE49-F238E27FC236}">
                    <a16:creationId xmlns:a16="http://schemas.microsoft.com/office/drawing/2014/main" id="{1E5E3FA0-5E01-47A8-AD60-536FD63E203C}"/>
                  </a:ext>
                </a:extLst>
              </p:cNvPr>
              <p:cNvSpPr/>
              <p:nvPr/>
            </p:nvSpPr>
            <p:spPr>
              <a:xfrm>
                <a:off x="-864000" y="388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0" name="Rechteck 309">
                <a:extLst>
                  <a:ext uri="{FF2B5EF4-FFF2-40B4-BE49-F238E27FC236}">
                    <a16:creationId xmlns:a16="http://schemas.microsoft.com/office/drawing/2014/main" id="{DD5B556B-5464-438E-A4E8-FFD9B34AFCA6}"/>
                  </a:ext>
                </a:extLst>
              </p:cNvPr>
              <p:cNvSpPr/>
              <p:nvPr/>
            </p:nvSpPr>
            <p:spPr>
              <a:xfrm>
                <a:off x="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1" name="Rechteck 310">
                <a:extLst>
                  <a:ext uri="{FF2B5EF4-FFF2-40B4-BE49-F238E27FC236}">
                    <a16:creationId xmlns:a16="http://schemas.microsoft.com/office/drawing/2014/main" id="{EEDE43B0-69A9-4664-9C6E-717A8A5C209A}"/>
                  </a:ext>
                </a:extLst>
              </p:cNvPr>
              <p:cNvSpPr/>
              <p:nvPr/>
            </p:nvSpPr>
            <p:spPr>
              <a:xfrm>
                <a:off x="2592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2" name="Rechteck 311">
                <a:extLst>
                  <a:ext uri="{FF2B5EF4-FFF2-40B4-BE49-F238E27FC236}">
                    <a16:creationId xmlns:a16="http://schemas.microsoft.com/office/drawing/2014/main" id="{9133B880-082A-4A51-B8BF-E463ECBF00B7}"/>
                  </a:ext>
                </a:extLst>
              </p:cNvPr>
              <p:cNvSpPr/>
              <p:nvPr/>
            </p:nvSpPr>
            <p:spPr>
              <a:xfrm>
                <a:off x="-216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3" name="Rechteck 312">
                <a:extLst>
                  <a:ext uri="{FF2B5EF4-FFF2-40B4-BE49-F238E27FC236}">
                    <a16:creationId xmlns:a16="http://schemas.microsoft.com/office/drawing/2014/main" id="{1A786A63-4401-4140-9B3F-00EB386B31A7}"/>
                  </a:ext>
                </a:extLst>
              </p:cNvPr>
              <p:cNvSpPr/>
              <p:nvPr/>
            </p:nvSpPr>
            <p:spPr>
              <a:xfrm>
                <a:off x="2160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4" name="Rechteck 313">
                <a:extLst>
                  <a:ext uri="{FF2B5EF4-FFF2-40B4-BE49-F238E27FC236}">
                    <a16:creationId xmlns:a16="http://schemas.microsoft.com/office/drawing/2014/main" id="{4D2711FA-DA49-480D-BF90-06E07A7BDF24}"/>
                  </a:ext>
                </a:extLst>
              </p:cNvPr>
              <p:cNvSpPr/>
              <p:nvPr/>
            </p:nvSpPr>
            <p:spPr>
              <a:xfrm>
                <a:off x="864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5" name="Rechteck 314">
                <a:extLst>
                  <a:ext uri="{FF2B5EF4-FFF2-40B4-BE49-F238E27FC236}">
                    <a16:creationId xmlns:a16="http://schemas.microsoft.com/office/drawing/2014/main" id="{7B8FADC1-320D-47FB-91EE-7CAC662EFB7C}"/>
                  </a:ext>
                </a:extLst>
              </p:cNvPr>
              <p:cNvSpPr/>
              <p:nvPr/>
            </p:nvSpPr>
            <p:spPr>
              <a:xfrm>
                <a:off x="864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6" name="Rechteck 315">
                <a:extLst>
                  <a:ext uri="{FF2B5EF4-FFF2-40B4-BE49-F238E27FC236}">
                    <a16:creationId xmlns:a16="http://schemas.microsoft.com/office/drawing/2014/main" id="{E37CB561-C79D-464E-9790-5AD2C522A0CA}"/>
                  </a:ext>
                </a:extLst>
              </p:cNvPr>
              <p:cNvSpPr/>
              <p:nvPr/>
            </p:nvSpPr>
            <p:spPr>
              <a:xfrm>
                <a:off x="-864000" y="475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7" name="Rechteck 316">
                <a:extLst>
                  <a:ext uri="{FF2B5EF4-FFF2-40B4-BE49-F238E27FC236}">
                    <a16:creationId xmlns:a16="http://schemas.microsoft.com/office/drawing/2014/main" id="{08354EFC-08B8-4E11-BC30-BCDDE368FB89}"/>
                  </a:ext>
                </a:extLst>
              </p:cNvPr>
              <p:cNvSpPr/>
              <p:nvPr/>
            </p:nvSpPr>
            <p:spPr>
              <a:xfrm>
                <a:off x="648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8" name="Rechteck 317">
                <a:extLst>
                  <a:ext uri="{FF2B5EF4-FFF2-40B4-BE49-F238E27FC236}">
                    <a16:creationId xmlns:a16="http://schemas.microsoft.com/office/drawing/2014/main" id="{DBE84421-136C-4ABE-BA44-60818CCE7BFC}"/>
                  </a:ext>
                </a:extLst>
              </p:cNvPr>
              <p:cNvSpPr/>
              <p:nvPr/>
            </p:nvSpPr>
            <p:spPr>
              <a:xfrm>
                <a:off x="432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9" name="Rechteck 318">
                <a:extLst>
                  <a:ext uri="{FF2B5EF4-FFF2-40B4-BE49-F238E27FC236}">
                    <a16:creationId xmlns:a16="http://schemas.microsoft.com/office/drawing/2014/main" id="{AB7C559F-FD59-4176-8B5E-E702E0F4B16E}"/>
                  </a:ext>
                </a:extLst>
              </p:cNvPr>
              <p:cNvSpPr/>
              <p:nvPr/>
            </p:nvSpPr>
            <p:spPr>
              <a:xfrm>
                <a:off x="-1728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0" name="Rechteck 319">
                <a:extLst>
                  <a:ext uri="{FF2B5EF4-FFF2-40B4-BE49-F238E27FC236}">
                    <a16:creationId xmlns:a16="http://schemas.microsoft.com/office/drawing/2014/main" id="{B422E58B-B0DC-4E52-AB94-96FABC0D2A53}"/>
                  </a:ext>
                </a:extLst>
              </p:cNvPr>
              <p:cNvSpPr/>
              <p:nvPr/>
            </p:nvSpPr>
            <p:spPr>
              <a:xfrm>
                <a:off x="864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1" name="Rechteck 320">
                <a:extLst>
                  <a:ext uri="{FF2B5EF4-FFF2-40B4-BE49-F238E27FC236}">
                    <a16:creationId xmlns:a16="http://schemas.microsoft.com/office/drawing/2014/main" id="{417A0D27-DC56-4E67-A6C4-0E4C9166E1FE}"/>
                  </a:ext>
                </a:extLst>
              </p:cNvPr>
              <p:cNvSpPr/>
              <p:nvPr/>
            </p:nvSpPr>
            <p:spPr>
              <a:xfrm>
                <a:off x="1944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2" name="Rechteck 321">
                <a:extLst>
                  <a:ext uri="{FF2B5EF4-FFF2-40B4-BE49-F238E27FC236}">
                    <a16:creationId xmlns:a16="http://schemas.microsoft.com/office/drawing/2014/main" id="{4B25C431-62CC-4A5B-B728-DE3362FF4243}"/>
                  </a:ext>
                </a:extLst>
              </p:cNvPr>
              <p:cNvSpPr/>
              <p:nvPr/>
            </p:nvSpPr>
            <p:spPr>
              <a:xfrm>
                <a:off x="1296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3" name="Rechteck 322">
                <a:extLst>
                  <a:ext uri="{FF2B5EF4-FFF2-40B4-BE49-F238E27FC236}">
                    <a16:creationId xmlns:a16="http://schemas.microsoft.com/office/drawing/2014/main" id="{249AB6AF-615A-42DF-A993-9F1BDF020ACF}"/>
                  </a:ext>
                </a:extLst>
              </p:cNvPr>
              <p:cNvSpPr/>
              <p:nvPr/>
            </p:nvSpPr>
            <p:spPr>
              <a:xfrm>
                <a:off x="1512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4" name="Rechteck 323">
                <a:extLst>
                  <a:ext uri="{FF2B5EF4-FFF2-40B4-BE49-F238E27FC236}">
                    <a16:creationId xmlns:a16="http://schemas.microsoft.com/office/drawing/2014/main" id="{F29B02BB-F1DA-4FBE-B1E7-632DEA671B05}"/>
                  </a:ext>
                </a:extLst>
              </p:cNvPr>
              <p:cNvSpPr/>
              <p:nvPr/>
            </p:nvSpPr>
            <p:spPr>
              <a:xfrm>
                <a:off x="1512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5" name="Rechteck 324">
                <a:extLst>
                  <a:ext uri="{FF2B5EF4-FFF2-40B4-BE49-F238E27FC236}">
                    <a16:creationId xmlns:a16="http://schemas.microsoft.com/office/drawing/2014/main" id="{9E93FA18-0695-444D-B97C-04B8B63C2C3F}"/>
                  </a:ext>
                </a:extLst>
              </p:cNvPr>
              <p:cNvSpPr/>
              <p:nvPr/>
            </p:nvSpPr>
            <p:spPr>
              <a:xfrm>
                <a:off x="216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6" name="Rechteck 325">
                <a:extLst>
                  <a:ext uri="{FF2B5EF4-FFF2-40B4-BE49-F238E27FC236}">
                    <a16:creationId xmlns:a16="http://schemas.microsoft.com/office/drawing/2014/main" id="{DE0CCF73-38E7-440E-9048-B99174695ED5}"/>
                  </a:ext>
                </a:extLst>
              </p:cNvPr>
              <p:cNvSpPr/>
              <p:nvPr/>
            </p:nvSpPr>
            <p:spPr>
              <a:xfrm>
                <a:off x="2160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7" name="Rechteck 326">
                <a:extLst>
                  <a:ext uri="{FF2B5EF4-FFF2-40B4-BE49-F238E27FC236}">
                    <a16:creationId xmlns:a16="http://schemas.microsoft.com/office/drawing/2014/main" id="{5447930C-BD0D-4D0B-9936-48FCC75F38CD}"/>
                  </a:ext>
                </a:extLst>
              </p:cNvPr>
              <p:cNvSpPr/>
              <p:nvPr/>
            </p:nvSpPr>
            <p:spPr>
              <a:xfrm>
                <a:off x="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8" name="Rechteck 327">
                <a:extLst>
                  <a:ext uri="{FF2B5EF4-FFF2-40B4-BE49-F238E27FC236}">
                    <a16:creationId xmlns:a16="http://schemas.microsoft.com/office/drawing/2014/main" id="{C4DA4CEC-8E1E-4A96-B670-F513A3F5B27E}"/>
                  </a:ext>
                </a:extLst>
              </p:cNvPr>
              <p:cNvSpPr/>
              <p:nvPr/>
            </p:nvSpPr>
            <p:spPr>
              <a:xfrm>
                <a:off x="432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9" name="Rechteck 328">
                <a:extLst>
                  <a:ext uri="{FF2B5EF4-FFF2-40B4-BE49-F238E27FC236}">
                    <a16:creationId xmlns:a16="http://schemas.microsoft.com/office/drawing/2014/main" id="{0F29F69A-C28E-469C-ADFC-CB5971589461}"/>
                  </a:ext>
                </a:extLst>
              </p:cNvPr>
              <p:cNvSpPr/>
              <p:nvPr/>
            </p:nvSpPr>
            <p:spPr>
              <a:xfrm>
                <a:off x="2808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0" name="Rechteck 329">
                <a:extLst>
                  <a:ext uri="{FF2B5EF4-FFF2-40B4-BE49-F238E27FC236}">
                    <a16:creationId xmlns:a16="http://schemas.microsoft.com/office/drawing/2014/main" id="{6032DFC3-A525-43A4-84ED-1DF6D698C6A9}"/>
                  </a:ext>
                </a:extLst>
              </p:cNvPr>
              <p:cNvSpPr/>
              <p:nvPr/>
            </p:nvSpPr>
            <p:spPr>
              <a:xfrm>
                <a:off x="2808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1" name="Rechteck 330">
                <a:extLst>
                  <a:ext uri="{FF2B5EF4-FFF2-40B4-BE49-F238E27FC236}">
                    <a16:creationId xmlns:a16="http://schemas.microsoft.com/office/drawing/2014/main" id="{C4D88243-F888-4FDE-AFAC-A10F0766DAAE}"/>
                  </a:ext>
                </a:extLst>
              </p:cNvPr>
              <p:cNvSpPr/>
              <p:nvPr/>
            </p:nvSpPr>
            <p:spPr>
              <a:xfrm>
                <a:off x="1080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2" name="Rechteck 331">
                <a:extLst>
                  <a:ext uri="{FF2B5EF4-FFF2-40B4-BE49-F238E27FC236}">
                    <a16:creationId xmlns:a16="http://schemas.microsoft.com/office/drawing/2014/main" id="{A2A89598-F2E4-47F4-8A95-9DC036BC45A2}"/>
                  </a:ext>
                </a:extLst>
              </p:cNvPr>
              <p:cNvSpPr/>
              <p:nvPr/>
            </p:nvSpPr>
            <p:spPr>
              <a:xfrm>
                <a:off x="2160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3" name="Rechteck 332">
                <a:extLst>
                  <a:ext uri="{FF2B5EF4-FFF2-40B4-BE49-F238E27FC236}">
                    <a16:creationId xmlns:a16="http://schemas.microsoft.com/office/drawing/2014/main" id="{5928E8AC-CD2C-4768-B8C8-55AC64607A18}"/>
                  </a:ext>
                </a:extLst>
              </p:cNvPr>
              <p:cNvSpPr/>
              <p:nvPr/>
            </p:nvSpPr>
            <p:spPr>
              <a:xfrm>
                <a:off x="1728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4" name="Rechteck 333">
                <a:extLst>
                  <a:ext uri="{FF2B5EF4-FFF2-40B4-BE49-F238E27FC236}">
                    <a16:creationId xmlns:a16="http://schemas.microsoft.com/office/drawing/2014/main" id="{8C1F2C81-3D4B-4E40-BA49-00C72A8EA38C}"/>
                  </a:ext>
                </a:extLst>
              </p:cNvPr>
              <p:cNvSpPr/>
              <p:nvPr/>
            </p:nvSpPr>
            <p:spPr>
              <a:xfrm>
                <a:off x="864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5" name="Rechteck 334">
                <a:extLst>
                  <a:ext uri="{FF2B5EF4-FFF2-40B4-BE49-F238E27FC236}">
                    <a16:creationId xmlns:a16="http://schemas.microsoft.com/office/drawing/2014/main" id="{59F76465-B533-4674-9AE9-9D4E15FEC967}"/>
                  </a:ext>
                </a:extLst>
              </p:cNvPr>
              <p:cNvSpPr/>
              <p:nvPr/>
            </p:nvSpPr>
            <p:spPr>
              <a:xfrm>
                <a:off x="1296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6" name="Rechteck 335">
                <a:extLst>
                  <a:ext uri="{FF2B5EF4-FFF2-40B4-BE49-F238E27FC236}">
                    <a16:creationId xmlns:a16="http://schemas.microsoft.com/office/drawing/2014/main" id="{9DB68314-D9F5-4EF3-A1FF-C455295694D4}"/>
                  </a:ext>
                </a:extLst>
              </p:cNvPr>
              <p:cNvSpPr/>
              <p:nvPr/>
            </p:nvSpPr>
            <p:spPr>
              <a:xfrm>
                <a:off x="1728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7" name="Rechteck 336">
                <a:extLst>
                  <a:ext uri="{FF2B5EF4-FFF2-40B4-BE49-F238E27FC236}">
                    <a16:creationId xmlns:a16="http://schemas.microsoft.com/office/drawing/2014/main" id="{161B6E9F-AF43-47DC-ACB7-DEBBFCEA164A}"/>
                  </a:ext>
                </a:extLst>
              </p:cNvPr>
              <p:cNvSpPr/>
              <p:nvPr/>
            </p:nvSpPr>
            <p:spPr>
              <a:xfrm>
                <a:off x="1944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8" name="Rechteck 337">
                <a:extLst>
                  <a:ext uri="{FF2B5EF4-FFF2-40B4-BE49-F238E27FC236}">
                    <a16:creationId xmlns:a16="http://schemas.microsoft.com/office/drawing/2014/main" id="{AA5B645C-686B-451F-954D-A766E51AE1F0}"/>
                  </a:ext>
                </a:extLst>
              </p:cNvPr>
              <p:cNvSpPr/>
              <p:nvPr/>
            </p:nvSpPr>
            <p:spPr>
              <a:xfrm>
                <a:off x="432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9" name="Rechteck 338">
                <a:extLst>
                  <a:ext uri="{FF2B5EF4-FFF2-40B4-BE49-F238E27FC236}">
                    <a16:creationId xmlns:a16="http://schemas.microsoft.com/office/drawing/2014/main" id="{335519CC-DE2E-4EB0-A317-E5F83CFF7C42}"/>
                  </a:ext>
                </a:extLst>
              </p:cNvPr>
              <p:cNvSpPr/>
              <p:nvPr/>
            </p:nvSpPr>
            <p:spPr>
              <a:xfrm>
                <a:off x="-1728000" y="496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0" name="Rechteck 339">
                <a:extLst>
                  <a:ext uri="{FF2B5EF4-FFF2-40B4-BE49-F238E27FC236}">
                    <a16:creationId xmlns:a16="http://schemas.microsoft.com/office/drawing/2014/main" id="{519F4300-DCE2-49FC-8EA8-BB5578578417}"/>
                  </a:ext>
                </a:extLst>
              </p:cNvPr>
              <p:cNvSpPr/>
              <p:nvPr/>
            </p:nvSpPr>
            <p:spPr>
              <a:xfrm>
                <a:off x="2592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1" name="Rechteck 340">
                <a:extLst>
                  <a:ext uri="{FF2B5EF4-FFF2-40B4-BE49-F238E27FC236}">
                    <a16:creationId xmlns:a16="http://schemas.microsoft.com/office/drawing/2014/main" id="{8F0FA0A4-AE38-4D6C-A018-36256AC4FB3A}"/>
                  </a:ext>
                </a:extLst>
              </p:cNvPr>
              <p:cNvSpPr/>
              <p:nvPr/>
            </p:nvSpPr>
            <p:spPr>
              <a:xfrm>
                <a:off x="2592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2" name="Rechteck 341">
                <a:extLst>
                  <a:ext uri="{FF2B5EF4-FFF2-40B4-BE49-F238E27FC236}">
                    <a16:creationId xmlns:a16="http://schemas.microsoft.com/office/drawing/2014/main" id="{2CE66C0D-6F2F-4A32-BA1E-EB527B5AA413}"/>
                  </a:ext>
                </a:extLst>
              </p:cNvPr>
              <p:cNvSpPr/>
              <p:nvPr/>
            </p:nvSpPr>
            <p:spPr>
              <a:xfrm>
                <a:off x="1296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3" name="Rechteck 342">
                <a:extLst>
                  <a:ext uri="{FF2B5EF4-FFF2-40B4-BE49-F238E27FC236}">
                    <a16:creationId xmlns:a16="http://schemas.microsoft.com/office/drawing/2014/main" id="{21A1A969-571B-4E0E-909A-21F900035F3C}"/>
                  </a:ext>
                </a:extLst>
              </p:cNvPr>
              <p:cNvSpPr/>
              <p:nvPr/>
            </p:nvSpPr>
            <p:spPr>
              <a:xfrm>
                <a:off x="1944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4" name="Rechteck 343">
                <a:extLst>
                  <a:ext uri="{FF2B5EF4-FFF2-40B4-BE49-F238E27FC236}">
                    <a16:creationId xmlns:a16="http://schemas.microsoft.com/office/drawing/2014/main" id="{9F336E27-060D-43EE-88A7-251D89F205B4}"/>
                  </a:ext>
                </a:extLst>
              </p:cNvPr>
              <p:cNvSpPr/>
              <p:nvPr/>
            </p:nvSpPr>
            <p:spPr>
              <a:xfrm>
                <a:off x="1944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5" name="Rechteck 344">
                <a:extLst>
                  <a:ext uri="{FF2B5EF4-FFF2-40B4-BE49-F238E27FC236}">
                    <a16:creationId xmlns:a16="http://schemas.microsoft.com/office/drawing/2014/main" id="{E35C5369-ADCD-4B2C-B52A-058E1DF4FB74}"/>
                  </a:ext>
                </a:extLst>
              </p:cNvPr>
              <p:cNvSpPr/>
              <p:nvPr/>
            </p:nvSpPr>
            <p:spPr>
              <a:xfrm>
                <a:off x="648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6" name="Rechteck 345">
                <a:extLst>
                  <a:ext uri="{FF2B5EF4-FFF2-40B4-BE49-F238E27FC236}">
                    <a16:creationId xmlns:a16="http://schemas.microsoft.com/office/drawing/2014/main" id="{54917E23-66CF-49BA-8A9A-670B0EEB715F}"/>
                  </a:ext>
                </a:extLst>
              </p:cNvPr>
              <p:cNvSpPr/>
              <p:nvPr/>
            </p:nvSpPr>
            <p:spPr>
              <a:xfrm>
                <a:off x="216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7" name="Rechteck 346">
                <a:extLst>
                  <a:ext uri="{FF2B5EF4-FFF2-40B4-BE49-F238E27FC236}">
                    <a16:creationId xmlns:a16="http://schemas.microsoft.com/office/drawing/2014/main" id="{67896D59-8B6D-450C-92B2-8EEB26433DCF}"/>
                  </a:ext>
                </a:extLst>
              </p:cNvPr>
              <p:cNvSpPr/>
              <p:nvPr/>
            </p:nvSpPr>
            <p:spPr>
              <a:xfrm>
                <a:off x="1512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8" name="Rechteck 347">
                <a:extLst>
                  <a:ext uri="{FF2B5EF4-FFF2-40B4-BE49-F238E27FC236}">
                    <a16:creationId xmlns:a16="http://schemas.microsoft.com/office/drawing/2014/main" id="{7C72ABDC-149C-486D-86E3-8E3F6976E272}"/>
                  </a:ext>
                </a:extLst>
              </p:cNvPr>
              <p:cNvSpPr/>
              <p:nvPr/>
            </p:nvSpPr>
            <p:spPr>
              <a:xfrm>
                <a:off x="2808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9" name="Rechteck 348">
                <a:extLst>
                  <a:ext uri="{FF2B5EF4-FFF2-40B4-BE49-F238E27FC236}">
                    <a16:creationId xmlns:a16="http://schemas.microsoft.com/office/drawing/2014/main" id="{54A2C908-383B-4968-806D-62169C4B60ED}"/>
                  </a:ext>
                </a:extLst>
              </p:cNvPr>
              <p:cNvSpPr/>
              <p:nvPr/>
            </p:nvSpPr>
            <p:spPr>
              <a:xfrm>
                <a:off x="1944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0" name="Rechteck 349">
                <a:extLst>
                  <a:ext uri="{FF2B5EF4-FFF2-40B4-BE49-F238E27FC236}">
                    <a16:creationId xmlns:a16="http://schemas.microsoft.com/office/drawing/2014/main" id="{3EA204DC-2C58-4A13-867B-D18B4FE6413A}"/>
                  </a:ext>
                </a:extLst>
              </p:cNvPr>
              <p:cNvSpPr/>
              <p:nvPr/>
            </p:nvSpPr>
            <p:spPr>
              <a:xfrm>
                <a:off x="432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1" name="Rechteck 350">
                <a:extLst>
                  <a:ext uri="{FF2B5EF4-FFF2-40B4-BE49-F238E27FC236}">
                    <a16:creationId xmlns:a16="http://schemas.microsoft.com/office/drawing/2014/main" id="{ED038CC7-4CAC-42A5-B546-C4456BB803D1}"/>
                  </a:ext>
                </a:extLst>
              </p:cNvPr>
              <p:cNvSpPr/>
              <p:nvPr/>
            </p:nvSpPr>
            <p:spPr>
              <a:xfrm>
                <a:off x="2376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2" name="Rechteck 351">
                <a:extLst>
                  <a:ext uri="{FF2B5EF4-FFF2-40B4-BE49-F238E27FC236}">
                    <a16:creationId xmlns:a16="http://schemas.microsoft.com/office/drawing/2014/main" id="{C436E84D-9EF3-49EA-9EAF-1E26A6C16804}"/>
                  </a:ext>
                </a:extLst>
              </p:cNvPr>
              <p:cNvSpPr/>
              <p:nvPr/>
            </p:nvSpPr>
            <p:spPr>
              <a:xfrm>
                <a:off x="2160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3" name="Rechteck 352">
                <a:extLst>
                  <a:ext uri="{FF2B5EF4-FFF2-40B4-BE49-F238E27FC236}">
                    <a16:creationId xmlns:a16="http://schemas.microsoft.com/office/drawing/2014/main" id="{9562E528-8B40-4BDC-8D51-3130867B7824}"/>
                  </a:ext>
                </a:extLst>
              </p:cNvPr>
              <p:cNvSpPr/>
              <p:nvPr/>
            </p:nvSpPr>
            <p:spPr>
              <a:xfrm>
                <a:off x="2376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4" name="Rechteck 353">
                <a:extLst>
                  <a:ext uri="{FF2B5EF4-FFF2-40B4-BE49-F238E27FC236}">
                    <a16:creationId xmlns:a16="http://schemas.microsoft.com/office/drawing/2014/main" id="{8ED62D49-42D8-426D-B142-5FE15FF60CB4}"/>
                  </a:ext>
                </a:extLst>
              </p:cNvPr>
              <p:cNvSpPr/>
              <p:nvPr/>
            </p:nvSpPr>
            <p:spPr>
              <a:xfrm>
                <a:off x="648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5" name="Rechteck 354">
                <a:extLst>
                  <a:ext uri="{FF2B5EF4-FFF2-40B4-BE49-F238E27FC236}">
                    <a16:creationId xmlns:a16="http://schemas.microsoft.com/office/drawing/2014/main" id="{4D3FEBCF-E5ED-4336-9BF6-E453041A9F23}"/>
                  </a:ext>
                </a:extLst>
              </p:cNvPr>
              <p:cNvSpPr/>
              <p:nvPr/>
            </p:nvSpPr>
            <p:spPr>
              <a:xfrm>
                <a:off x="1296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6" name="Rechteck 355">
                <a:extLst>
                  <a:ext uri="{FF2B5EF4-FFF2-40B4-BE49-F238E27FC236}">
                    <a16:creationId xmlns:a16="http://schemas.microsoft.com/office/drawing/2014/main" id="{B1871A98-E08B-4D2B-A2C1-B2E477A34FC6}"/>
                  </a:ext>
                </a:extLst>
              </p:cNvPr>
              <p:cNvSpPr/>
              <p:nvPr/>
            </p:nvSpPr>
            <p:spPr>
              <a:xfrm>
                <a:off x="2592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7" name="Rechteck 356">
                <a:extLst>
                  <a:ext uri="{FF2B5EF4-FFF2-40B4-BE49-F238E27FC236}">
                    <a16:creationId xmlns:a16="http://schemas.microsoft.com/office/drawing/2014/main" id="{46455C6A-7A67-4399-890E-7D1A028A870F}"/>
                  </a:ext>
                </a:extLst>
              </p:cNvPr>
              <p:cNvSpPr/>
              <p:nvPr/>
            </p:nvSpPr>
            <p:spPr>
              <a:xfrm>
                <a:off x="864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8" name="Rechteck 357">
                <a:extLst>
                  <a:ext uri="{FF2B5EF4-FFF2-40B4-BE49-F238E27FC236}">
                    <a16:creationId xmlns:a16="http://schemas.microsoft.com/office/drawing/2014/main" id="{30BD3260-E15B-4F28-8EA7-0878B396BB27}"/>
                  </a:ext>
                </a:extLst>
              </p:cNvPr>
              <p:cNvSpPr/>
              <p:nvPr/>
            </p:nvSpPr>
            <p:spPr>
              <a:xfrm>
                <a:off x="21600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9" name="Rechteck 358">
                <a:extLst>
                  <a:ext uri="{FF2B5EF4-FFF2-40B4-BE49-F238E27FC236}">
                    <a16:creationId xmlns:a16="http://schemas.microsoft.com/office/drawing/2014/main" id="{6514289D-2A17-4D89-B0FB-CAA8E81A9164}"/>
                  </a:ext>
                </a:extLst>
              </p:cNvPr>
              <p:cNvSpPr/>
              <p:nvPr/>
            </p:nvSpPr>
            <p:spPr>
              <a:xfrm>
                <a:off x="2592000" y="626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0" name="Rechteck 359">
                <a:extLst>
                  <a:ext uri="{FF2B5EF4-FFF2-40B4-BE49-F238E27FC236}">
                    <a16:creationId xmlns:a16="http://schemas.microsoft.com/office/drawing/2014/main" id="{2F2EEFB0-91E8-4822-A37B-D5A4B8851C6E}"/>
                  </a:ext>
                </a:extLst>
              </p:cNvPr>
              <p:cNvSpPr/>
              <p:nvPr/>
            </p:nvSpPr>
            <p:spPr>
              <a:xfrm>
                <a:off x="0" y="583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1" name="Rechteck 360">
                <a:extLst>
                  <a:ext uri="{FF2B5EF4-FFF2-40B4-BE49-F238E27FC236}">
                    <a16:creationId xmlns:a16="http://schemas.microsoft.com/office/drawing/2014/main" id="{6FD61180-CF19-48D0-995A-8636F8719FC4}"/>
                  </a:ext>
                </a:extLst>
              </p:cNvPr>
              <p:cNvSpPr/>
              <p:nvPr/>
            </p:nvSpPr>
            <p:spPr>
              <a:xfrm>
                <a:off x="1080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2" name="Rechteck 361">
                <a:extLst>
                  <a:ext uri="{FF2B5EF4-FFF2-40B4-BE49-F238E27FC236}">
                    <a16:creationId xmlns:a16="http://schemas.microsoft.com/office/drawing/2014/main" id="{659FB946-DB75-4281-AE10-35827F415211}"/>
                  </a:ext>
                </a:extLst>
              </p:cNvPr>
              <p:cNvSpPr/>
              <p:nvPr/>
            </p:nvSpPr>
            <p:spPr>
              <a:xfrm>
                <a:off x="648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3" name="Rechteck 362">
                <a:extLst>
                  <a:ext uri="{FF2B5EF4-FFF2-40B4-BE49-F238E27FC236}">
                    <a16:creationId xmlns:a16="http://schemas.microsoft.com/office/drawing/2014/main" id="{9228CC6F-FDB1-4FB4-B2D6-908B2360BF5B}"/>
                  </a:ext>
                </a:extLst>
              </p:cNvPr>
              <p:cNvSpPr/>
              <p:nvPr/>
            </p:nvSpPr>
            <p:spPr>
              <a:xfrm>
                <a:off x="648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4" name="Rechteck 363">
                <a:extLst>
                  <a:ext uri="{FF2B5EF4-FFF2-40B4-BE49-F238E27FC236}">
                    <a16:creationId xmlns:a16="http://schemas.microsoft.com/office/drawing/2014/main" id="{65527265-10BE-45AB-BEF6-BC258108D82B}"/>
                  </a:ext>
                </a:extLst>
              </p:cNvPr>
              <p:cNvSpPr/>
              <p:nvPr/>
            </p:nvSpPr>
            <p:spPr>
              <a:xfrm>
                <a:off x="2160000" y="6048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5" name="Rechteck 364">
                <a:extLst>
                  <a:ext uri="{FF2B5EF4-FFF2-40B4-BE49-F238E27FC236}">
                    <a16:creationId xmlns:a16="http://schemas.microsoft.com/office/drawing/2014/main" id="{14A2B485-31B2-4DBC-B01C-B20F09AE8C76}"/>
                  </a:ext>
                </a:extLst>
              </p:cNvPr>
              <p:cNvSpPr/>
              <p:nvPr/>
            </p:nvSpPr>
            <p:spPr>
              <a:xfrm>
                <a:off x="432000" y="561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6" name="Rechteck 365">
                <a:extLst>
                  <a:ext uri="{FF2B5EF4-FFF2-40B4-BE49-F238E27FC236}">
                    <a16:creationId xmlns:a16="http://schemas.microsoft.com/office/drawing/2014/main" id="{AF3DF8AE-9F6E-435C-9D95-B21D2A7D64B0}"/>
                  </a:ext>
                </a:extLst>
              </p:cNvPr>
              <p:cNvSpPr/>
              <p:nvPr/>
            </p:nvSpPr>
            <p:spPr>
              <a:xfrm>
                <a:off x="2160000" y="540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7" name="Rechteck 366">
                <a:extLst>
                  <a:ext uri="{FF2B5EF4-FFF2-40B4-BE49-F238E27FC236}">
                    <a16:creationId xmlns:a16="http://schemas.microsoft.com/office/drawing/2014/main" id="{C4A33CD8-1F40-45A1-9133-5DE96E2F578A}"/>
                  </a:ext>
                </a:extLst>
              </p:cNvPr>
              <p:cNvSpPr/>
              <p:nvPr/>
            </p:nvSpPr>
            <p:spPr>
              <a:xfrm>
                <a:off x="1728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8" name="Rechteck 367">
                <a:extLst>
                  <a:ext uri="{FF2B5EF4-FFF2-40B4-BE49-F238E27FC236}">
                    <a16:creationId xmlns:a16="http://schemas.microsoft.com/office/drawing/2014/main" id="{47E1DB9A-4A82-4E06-8B0D-B55B7A3DEADA}"/>
                  </a:ext>
                </a:extLst>
              </p:cNvPr>
              <p:cNvSpPr/>
              <p:nvPr/>
            </p:nvSpPr>
            <p:spPr>
              <a:xfrm>
                <a:off x="648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9" name="Rechteck 368">
                <a:extLst>
                  <a:ext uri="{FF2B5EF4-FFF2-40B4-BE49-F238E27FC236}">
                    <a16:creationId xmlns:a16="http://schemas.microsoft.com/office/drawing/2014/main" id="{AD37CB78-E116-446B-88E4-39189842EB28}"/>
                  </a:ext>
                </a:extLst>
              </p:cNvPr>
              <p:cNvSpPr/>
              <p:nvPr/>
            </p:nvSpPr>
            <p:spPr>
              <a:xfrm>
                <a:off x="1080000" y="5184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0" name="Rechteck 369">
                <a:extLst>
                  <a:ext uri="{FF2B5EF4-FFF2-40B4-BE49-F238E27FC236}">
                    <a16:creationId xmlns:a16="http://schemas.microsoft.com/office/drawing/2014/main" id="{0AAD305B-FCAB-45E8-8FC6-43F5959977CA}"/>
                  </a:ext>
                </a:extLst>
              </p:cNvPr>
              <p:cNvSpPr/>
              <p:nvPr/>
            </p:nvSpPr>
            <p:spPr>
              <a:xfrm>
                <a:off x="432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2" name="Rechteck 371">
                <a:extLst>
                  <a:ext uri="{FF2B5EF4-FFF2-40B4-BE49-F238E27FC236}">
                    <a16:creationId xmlns:a16="http://schemas.microsoft.com/office/drawing/2014/main" id="{C29C549A-E7CC-4C59-98C7-38C1D3F7F5D3}"/>
                  </a:ext>
                </a:extLst>
              </p:cNvPr>
              <p:cNvSpPr/>
              <p:nvPr/>
            </p:nvSpPr>
            <p:spPr>
              <a:xfrm>
                <a:off x="1944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3" name="Rechteck 372">
                <a:extLst>
                  <a:ext uri="{FF2B5EF4-FFF2-40B4-BE49-F238E27FC236}">
                    <a16:creationId xmlns:a16="http://schemas.microsoft.com/office/drawing/2014/main" id="{8A00BCE1-DA22-40C7-9CEF-852C59437C2F}"/>
                  </a:ext>
                </a:extLst>
              </p:cNvPr>
              <p:cNvSpPr/>
              <p:nvPr/>
            </p:nvSpPr>
            <p:spPr>
              <a:xfrm>
                <a:off x="2376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4" name="Rechteck 373">
                <a:extLst>
                  <a:ext uri="{FF2B5EF4-FFF2-40B4-BE49-F238E27FC236}">
                    <a16:creationId xmlns:a16="http://schemas.microsoft.com/office/drawing/2014/main" id="{156DA9EE-AB3C-4F38-A28E-05B0E3ED66A3}"/>
                  </a:ext>
                </a:extLst>
              </p:cNvPr>
              <p:cNvSpPr/>
              <p:nvPr/>
            </p:nvSpPr>
            <p:spPr>
              <a:xfrm>
                <a:off x="1296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5" name="Rechteck 374">
                <a:extLst>
                  <a:ext uri="{FF2B5EF4-FFF2-40B4-BE49-F238E27FC236}">
                    <a16:creationId xmlns:a16="http://schemas.microsoft.com/office/drawing/2014/main" id="{205203A2-52EA-4938-8A86-7D115840841C}"/>
                  </a:ext>
                </a:extLst>
              </p:cNvPr>
              <p:cNvSpPr/>
              <p:nvPr/>
            </p:nvSpPr>
            <p:spPr>
              <a:xfrm>
                <a:off x="1080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6" name="Rechteck 375">
                <a:extLst>
                  <a:ext uri="{FF2B5EF4-FFF2-40B4-BE49-F238E27FC236}">
                    <a16:creationId xmlns:a16="http://schemas.microsoft.com/office/drawing/2014/main" id="{52D0006B-65B6-4AC8-A294-152B65CFC96D}"/>
                  </a:ext>
                </a:extLst>
              </p:cNvPr>
              <p:cNvSpPr/>
              <p:nvPr/>
            </p:nvSpPr>
            <p:spPr>
              <a:xfrm>
                <a:off x="864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7" name="Rechteck 376">
                <a:extLst>
                  <a:ext uri="{FF2B5EF4-FFF2-40B4-BE49-F238E27FC236}">
                    <a16:creationId xmlns:a16="http://schemas.microsoft.com/office/drawing/2014/main" id="{3D737F48-E6AF-4818-BB13-C4949B62A7E3}"/>
                  </a:ext>
                </a:extLst>
              </p:cNvPr>
              <p:cNvSpPr/>
              <p:nvPr/>
            </p:nvSpPr>
            <p:spPr>
              <a:xfrm>
                <a:off x="432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8" name="Rechteck 377">
                <a:extLst>
                  <a:ext uri="{FF2B5EF4-FFF2-40B4-BE49-F238E27FC236}">
                    <a16:creationId xmlns:a16="http://schemas.microsoft.com/office/drawing/2014/main" id="{C05B1B25-37A7-46FA-BCCA-FE6F517F943C}"/>
                  </a:ext>
                </a:extLst>
              </p:cNvPr>
              <p:cNvSpPr/>
              <p:nvPr/>
            </p:nvSpPr>
            <p:spPr>
              <a:xfrm>
                <a:off x="1944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0" name="Rechteck 379">
                <a:extLst>
                  <a:ext uri="{FF2B5EF4-FFF2-40B4-BE49-F238E27FC236}">
                    <a16:creationId xmlns:a16="http://schemas.microsoft.com/office/drawing/2014/main" id="{15CEB943-5314-4EB8-928C-5F258BFBE636}"/>
                  </a:ext>
                </a:extLst>
              </p:cNvPr>
              <p:cNvSpPr/>
              <p:nvPr/>
            </p:nvSpPr>
            <p:spPr>
              <a:xfrm>
                <a:off x="2808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1" name="Rechteck 380">
                <a:extLst>
                  <a:ext uri="{FF2B5EF4-FFF2-40B4-BE49-F238E27FC236}">
                    <a16:creationId xmlns:a16="http://schemas.microsoft.com/office/drawing/2014/main" id="{CE910830-E520-4477-AA3A-B02B50F2C6CE}"/>
                  </a:ext>
                </a:extLst>
              </p:cNvPr>
              <p:cNvSpPr/>
              <p:nvPr/>
            </p:nvSpPr>
            <p:spPr>
              <a:xfrm>
                <a:off x="1944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2" name="Rechteck 381">
                <a:extLst>
                  <a:ext uri="{FF2B5EF4-FFF2-40B4-BE49-F238E27FC236}">
                    <a16:creationId xmlns:a16="http://schemas.microsoft.com/office/drawing/2014/main" id="{9C9A6C7D-DE48-43EC-A1D1-1260735DE33D}"/>
                  </a:ext>
                </a:extLst>
              </p:cNvPr>
              <p:cNvSpPr/>
              <p:nvPr/>
            </p:nvSpPr>
            <p:spPr>
              <a:xfrm>
                <a:off x="1728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4" name="Rechteck 383">
                <a:extLst>
                  <a:ext uri="{FF2B5EF4-FFF2-40B4-BE49-F238E27FC236}">
                    <a16:creationId xmlns:a16="http://schemas.microsoft.com/office/drawing/2014/main" id="{B7185A3E-C09E-49B3-9424-F6B5DC473022}"/>
                  </a:ext>
                </a:extLst>
              </p:cNvPr>
              <p:cNvSpPr/>
              <p:nvPr/>
            </p:nvSpPr>
            <p:spPr>
              <a:xfrm>
                <a:off x="648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6" name="Rechteck 385">
                <a:extLst>
                  <a:ext uri="{FF2B5EF4-FFF2-40B4-BE49-F238E27FC236}">
                    <a16:creationId xmlns:a16="http://schemas.microsoft.com/office/drawing/2014/main" id="{FFCF8CD5-7418-4259-AD65-F912B9A71127}"/>
                  </a:ext>
                </a:extLst>
              </p:cNvPr>
              <p:cNvSpPr/>
              <p:nvPr/>
            </p:nvSpPr>
            <p:spPr>
              <a:xfrm>
                <a:off x="216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7" name="Rechteck 386">
                <a:extLst>
                  <a:ext uri="{FF2B5EF4-FFF2-40B4-BE49-F238E27FC236}">
                    <a16:creationId xmlns:a16="http://schemas.microsoft.com/office/drawing/2014/main" id="{03E175D5-375C-4918-8F55-835CF687E1BB}"/>
                  </a:ext>
                </a:extLst>
              </p:cNvPr>
              <p:cNvSpPr/>
              <p:nvPr/>
            </p:nvSpPr>
            <p:spPr>
              <a:xfrm>
                <a:off x="864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8" name="Rechteck 387">
                <a:extLst>
                  <a:ext uri="{FF2B5EF4-FFF2-40B4-BE49-F238E27FC236}">
                    <a16:creationId xmlns:a16="http://schemas.microsoft.com/office/drawing/2014/main" id="{6321C1E1-BFE9-4810-8B97-4332A5DDB56F}"/>
                  </a:ext>
                </a:extLst>
              </p:cNvPr>
              <p:cNvSpPr/>
              <p:nvPr/>
            </p:nvSpPr>
            <p:spPr>
              <a:xfrm>
                <a:off x="2376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89" name="Rechteck 388">
                <a:extLst>
                  <a:ext uri="{FF2B5EF4-FFF2-40B4-BE49-F238E27FC236}">
                    <a16:creationId xmlns:a16="http://schemas.microsoft.com/office/drawing/2014/main" id="{2C522780-0EC5-42D2-82A8-475CD9147560}"/>
                  </a:ext>
                </a:extLst>
              </p:cNvPr>
              <p:cNvSpPr/>
              <p:nvPr/>
            </p:nvSpPr>
            <p:spPr>
              <a:xfrm>
                <a:off x="864000" y="6480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0" name="Rechteck 389">
                <a:extLst>
                  <a:ext uri="{FF2B5EF4-FFF2-40B4-BE49-F238E27FC236}">
                    <a16:creationId xmlns:a16="http://schemas.microsoft.com/office/drawing/2014/main" id="{AE04C7C5-4D7C-436C-B0D3-6BDE72EC2988}"/>
                  </a:ext>
                </a:extLst>
              </p:cNvPr>
              <p:cNvSpPr/>
              <p:nvPr/>
            </p:nvSpPr>
            <p:spPr>
              <a:xfrm>
                <a:off x="1512000" y="6912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1" name="Rechteck 390">
                <a:extLst>
                  <a:ext uri="{FF2B5EF4-FFF2-40B4-BE49-F238E27FC236}">
                    <a16:creationId xmlns:a16="http://schemas.microsoft.com/office/drawing/2014/main" id="{1B74F0B9-01EA-4D77-B8EA-6AF946CB37EB}"/>
                  </a:ext>
                </a:extLst>
              </p:cNvPr>
              <p:cNvSpPr/>
              <p:nvPr/>
            </p:nvSpPr>
            <p:spPr>
              <a:xfrm>
                <a:off x="2160000" y="6696000"/>
                <a:ext cx="216000" cy="216000"/>
              </a:xfrm>
              <a:prstGeom prst="rect">
                <a:avLst/>
              </a:prstGeom>
              <a:grpFill/>
              <a:ln w="3175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394" name="Gruppieren 393">
              <a:extLst>
                <a:ext uri="{FF2B5EF4-FFF2-40B4-BE49-F238E27FC236}">
                  <a16:creationId xmlns:a16="http://schemas.microsoft.com/office/drawing/2014/main" id="{EDC04911-EA7E-4DAD-A60B-13B8615C3ABF}"/>
                </a:ext>
              </a:extLst>
            </p:cNvPr>
            <p:cNvGrpSpPr/>
            <p:nvPr/>
          </p:nvGrpSpPr>
          <p:grpSpPr>
            <a:xfrm>
              <a:off x="0" y="0"/>
              <a:ext cx="1512000" cy="1512000"/>
              <a:chOff x="-1728000" y="5616000"/>
              <a:chExt cx="1512000" cy="1512000"/>
            </a:xfrm>
            <a:solidFill>
              <a:srgbClr val="102024"/>
            </a:solidFill>
          </p:grpSpPr>
          <p:sp>
            <p:nvSpPr>
              <p:cNvPr id="395" name="Rechteck 394">
                <a:extLst>
                  <a:ext uri="{FF2B5EF4-FFF2-40B4-BE49-F238E27FC236}">
                    <a16:creationId xmlns:a16="http://schemas.microsoft.com/office/drawing/2014/main" id="{EF64323D-73F5-4B2C-ADFC-C97CD3AC674A}"/>
                  </a:ext>
                </a:extLst>
              </p:cNvPr>
              <p:cNvSpPr/>
              <p:nvPr/>
            </p:nvSpPr>
            <p:spPr>
              <a:xfrm>
                <a:off x="-1728000" y="5616000"/>
                <a:ext cx="1512000" cy="151200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96" name="Rechteck 395">
                <a:extLst>
                  <a:ext uri="{FF2B5EF4-FFF2-40B4-BE49-F238E27FC236}">
                    <a16:creationId xmlns:a16="http://schemas.microsoft.com/office/drawing/2014/main" id="{5CE10061-C273-4CEA-A33A-8E03718C766D}"/>
                  </a:ext>
                </a:extLst>
              </p:cNvPr>
              <p:cNvSpPr/>
              <p:nvPr/>
            </p:nvSpPr>
            <p:spPr>
              <a:xfrm>
                <a:off x="-1512000" y="5832000"/>
                <a:ext cx="1080000" cy="10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97" name="Rechteck 396">
                <a:extLst>
                  <a:ext uri="{FF2B5EF4-FFF2-40B4-BE49-F238E27FC236}">
                    <a16:creationId xmlns:a16="http://schemas.microsoft.com/office/drawing/2014/main" id="{AACAE852-ED5B-4CCA-B608-44211CAF9C32}"/>
                  </a:ext>
                </a:extLst>
              </p:cNvPr>
              <p:cNvSpPr/>
              <p:nvPr/>
            </p:nvSpPr>
            <p:spPr>
              <a:xfrm>
                <a:off x="-1296000" y="6048000"/>
                <a:ext cx="648000" cy="64800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398" name="Gruppieren 397">
              <a:extLst>
                <a:ext uri="{FF2B5EF4-FFF2-40B4-BE49-F238E27FC236}">
                  <a16:creationId xmlns:a16="http://schemas.microsoft.com/office/drawing/2014/main" id="{B241D0FF-B409-4B79-84BC-5AF580AFD312}"/>
                </a:ext>
              </a:extLst>
            </p:cNvPr>
            <p:cNvGrpSpPr/>
            <p:nvPr/>
          </p:nvGrpSpPr>
          <p:grpSpPr>
            <a:xfrm>
              <a:off x="5616000" y="0"/>
              <a:ext cx="1512000" cy="1512000"/>
              <a:chOff x="-1728000" y="5616000"/>
              <a:chExt cx="1512000" cy="1512000"/>
            </a:xfrm>
            <a:solidFill>
              <a:srgbClr val="102024"/>
            </a:solidFill>
          </p:grpSpPr>
          <p:sp>
            <p:nvSpPr>
              <p:cNvPr id="399" name="Rechteck 398">
                <a:extLst>
                  <a:ext uri="{FF2B5EF4-FFF2-40B4-BE49-F238E27FC236}">
                    <a16:creationId xmlns:a16="http://schemas.microsoft.com/office/drawing/2014/main" id="{26968DF4-7772-43A8-A567-F8E8169B1C8E}"/>
                  </a:ext>
                </a:extLst>
              </p:cNvPr>
              <p:cNvSpPr/>
              <p:nvPr/>
            </p:nvSpPr>
            <p:spPr>
              <a:xfrm>
                <a:off x="-1728000" y="5616000"/>
                <a:ext cx="1512000" cy="151200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00" name="Rechteck 399">
                <a:extLst>
                  <a:ext uri="{FF2B5EF4-FFF2-40B4-BE49-F238E27FC236}">
                    <a16:creationId xmlns:a16="http://schemas.microsoft.com/office/drawing/2014/main" id="{57491599-E17C-45F8-A705-940B7D49EAFF}"/>
                  </a:ext>
                </a:extLst>
              </p:cNvPr>
              <p:cNvSpPr/>
              <p:nvPr/>
            </p:nvSpPr>
            <p:spPr>
              <a:xfrm>
                <a:off x="-1512000" y="5832000"/>
                <a:ext cx="1080000" cy="10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01" name="Rechteck 400">
                <a:extLst>
                  <a:ext uri="{FF2B5EF4-FFF2-40B4-BE49-F238E27FC236}">
                    <a16:creationId xmlns:a16="http://schemas.microsoft.com/office/drawing/2014/main" id="{3F3E9A59-665B-4BD1-A2FB-1FD9B1257A91}"/>
                  </a:ext>
                </a:extLst>
              </p:cNvPr>
              <p:cNvSpPr/>
              <p:nvPr/>
            </p:nvSpPr>
            <p:spPr>
              <a:xfrm>
                <a:off x="-1296000" y="6048000"/>
                <a:ext cx="648000" cy="648000"/>
              </a:xfrm>
              <a:prstGeom prst="rect">
                <a:avLst/>
              </a:prstGeom>
              <a:grp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438" name="Gruppieren 437">
              <a:extLst>
                <a:ext uri="{FF2B5EF4-FFF2-40B4-BE49-F238E27FC236}">
                  <a16:creationId xmlns:a16="http://schemas.microsoft.com/office/drawing/2014/main" id="{E45E80E9-FBFA-47BA-B59E-E65C5B27053B}"/>
                </a:ext>
              </a:extLst>
            </p:cNvPr>
            <p:cNvGrpSpPr/>
            <p:nvPr/>
          </p:nvGrpSpPr>
          <p:grpSpPr>
            <a:xfrm>
              <a:off x="1792808" y="2524566"/>
              <a:ext cx="3551909" cy="2042625"/>
              <a:chOff x="2796045" y="2538000"/>
              <a:chExt cx="3551909" cy="2042625"/>
            </a:xfrm>
          </p:grpSpPr>
          <p:sp>
            <p:nvSpPr>
              <p:cNvPr id="420" name="Flussdiagramm: Grenzstelle 2">
                <a:extLst>
                  <a:ext uri="{FF2B5EF4-FFF2-40B4-BE49-F238E27FC236}">
                    <a16:creationId xmlns:a16="http://schemas.microsoft.com/office/drawing/2014/main" id="{B9B6130F-684C-4A2F-99A6-B0D0E792C73D}"/>
                  </a:ext>
                </a:extLst>
              </p:cNvPr>
              <p:cNvSpPr/>
              <p:nvPr/>
            </p:nvSpPr>
            <p:spPr>
              <a:xfrm rot="16200000">
                <a:off x="3989728" y="3074544"/>
                <a:ext cx="1151532" cy="711290"/>
              </a:xfrm>
              <a:custGeom>
                <a:avLst/>
                <a:gdLst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6985"/>
                  <a:gd name="connsiteY0" fmla="*/ 0 h 21600"/>
                  <a:gd name="connsiteX1" fmla="*/ 18125 w 26985"/>
                  <a:gd name="connsiteY1" fmla="*/ 0 h 21600"/>
                  <a:gd name="connsiteX2" fmla="*/ 26985 w 26985"/>
                  <a:gd name="connsiteY2" fmla="*/ 10998 h 21600"/>
                  <a:gd name="connsiteX3" fmla="*/ 18125 w 26985"/>
                  <a:gd name="connsiteY3" fmla="*/ 21600 h 21600"/>
                  <a:gd name="connsiteX4" fmla="*/ 3475 w 26985"/>
                  <a:gd name="connsiteY4" fmla="*/ 21600 h 21600"/>
                  <a:gd name="connsiteX5" fmla="*/ 0 w 26985"/>
                  <a:gd name="connsiteY5" fmla="*/ 10800 h 21600"/>
                  <a:gd name="connsiteX6" fmla="*/ 3475 w 26985"/>
                  <a:gd name="connsiteY6" fmla="*/ 0 h 21600"/>
                  <a:gd name="connsiteX0" fmla="*/ 3475 w 26985"/>
                  <a:gd name="connsiteY0" fmla="*/ 0 h 21600"/>
                  <a:gd name="connsiteX1" fmla="*/ 18125 w 26985"/>
                  <a:gd name="connsiteY1" fmla="*/ 0 h 21600"/>
                  <a:gd name="connsiteX2" fmla="*/ 26985 w 26985"/>
                  <a:gd name="connsiteY2" fmla="*/ 10866 h 21600"/>
                  <a:gd name="connsiteX3" fmla="*/ 18125 w 26985"/>
                  <a:gd name="connsiteY3" fmla="*/ 21600 h 21600"/>
                  <a:gd name="connsiteX4" fmla="*/ 3475 w 26985"/>
                  <a:gd name="connsiteY4" fmla="*/ 21600 h 21600"/>
                  <a:gd name="connsiteX5" fmla="*/ 0 w 26985"/>
                  <a:gd name="connsiteY5" fmla="*/ 10800 h 21600"/>
                  <a:gd name="connsiteX6" fmla="*/ 3475 w 26985"/>
                  <a:gd name="connsiteY6" fmla="*/ 0 h 21600"/>
                  <a:gd name="connsiteX0" fmla="*/ 3475 w 26986"/>
                  <a:gd name="connsiteY0" fmla="*/ 0 h 21600"/>
                  <a:gd name="connsiteX1" fmla="*/ 18125 w 26986"/>
                  <a:gd name="connsiteY1" fmla="*/ 0 h 21600"/>
                  <a:gd name="connsiteX2" fmla="*/ 26985 w 26986"/>
                  <a:gd name="connsiteY2" fmla="*/ 10866 h 21600"/>
                  <a:gd name="connsiteX3" fmla="*/ 18125 w 26986"/>
                  <a:gd name="connsiteY3" fmla="*/ 21600 h 21600"/>
                  <a:gd name="connsiteX4" fmla="*/ 3475 w 26986"/>
                  <a:gd name="connsiteY4" fmla="*/ 21600 h 21600"/>
                  <a:gd name="connsiteX5" fmla="*/ 0 w 26986"/>
                  <a:gd name="connsiteY5" fmla="*/ 10800 h 21600"/>
                  <a:gd name="connsiteX6" fmla="*/ 3475 w 26986"/>
                  <a:gd name="connsiteY6" fmla="*/ 0 h 21600"/>
                  <a:gd name="connsiteX0" fmla="*/ 7913 w 31424"/>
                  <a:gd name="connsiteY0" fmla="*/ 0 h 21600"/>
                  <a:gd name="connsiteX1" fmla="*/ 22563 w 31424"/>
                  <a:gd name="connsiteY1" fmla="*/ 0 h 21600"/>
                  <a:gd name="connsiteX2" fmla="*/ 31423 w 31424"/>
                  <a:gd name="connsiteY2" fmla="*/ 10866 h 21600"/>
                  <a:gd name="connsiteX3" fmla="*/ 22563 w 31424"/>
                  <a:gd name="connsiteY3" fmla="*/ 21600 h 21600"/>
                  <a:gd name="connsiteX4" fmla="*/ 7913 w 31424"/>
                  <a:gd name="connsiteY4" fmla="*/ 21600 h 21600"/>
                  <a:gd name="connsiteX5" fmla="*/ 0 w 31424"/>
                  <a:gd name="connsiteY5" fmla="*/ 10602 h 21600"/>
                  <a:gd name="connsiteX6" fmla="*/ 7913 w 31424"/>
                  <a:gd name="connsiteY6" fmla="*/ 0 h 21600"/>
                  <a:gd name="connsiteX0" fmla="*/ 7913 w 31424"/>
                  <a:gd name="connsiteY0" fmla="*/ 0 h 21600"/>
                  <a:gd name="connsiteX1" fmla="*/ 22563 w 31424"/>
                  <a:gd name="connsiteY1" fmla="*/ 0 h 21600"/>
                  <a:gd name="connsiteX2" fmla="*/ 31423 w 31424"/>
                  <a:gd name="connsiteY2" fmla="*/ 10866 h 21600"/>
                  <a:gd name="connsiteX3" fmla="*/ 22563 w 31424"/>
                  <a:gd name="connsiteY3" fmla="*/ 21600 h 21600"/>
                  <a:gd name="connsiteX4" fmla="*/ 7913 w 31424"/>
                  <a:gd name="connsiteY4" fmla="*/ 21600 h 21600"/>
                  <a:gd name="connsiteX5" fmla="*/ 0 w 31424"/>
                  <a:gd name="connsiteY5" fmla="*/ 10602 h 21600"/>
                  <a:gd name="connsiteX6" fmla="*/ 7913 w 31424"/>
                  <a:gd name="connsiteY6" fmla="*/ 0 h 21600"/>
                  <a:gd name="connsiteX0" fmla="*/ 8150 w 31661"/>
                  <a:gd name="connsiteY0" fmla="*/ 0 h 21600"/>
                  <a:gd name="connsiteX1" fmla="*/ 22800 w 31661"/>
                  <a:gd name="connsiteY1" fmla="*/ 0 h 21600"/>
                  <a:gd name="connsiteX2" fmla="*/ 31660 w 31661"/>
                  <a:gd name="connsiteY2" fmla="*/ 10866 h 21600"/>
                  <a:gd name="connsiteX3" fmla="*/ 22800 w 31661"/>
                  <a:gd name="connsiteY3" fmla="*/ 21600 h 21600"/>
                  <a:gd name="connsiteX4" fmla="*/ 8150 w 31661"/>
                  <a:gd name="connsiteY4" fmla="*/ 21600 h 21600"/>
                  <a:gd name="connsiteX5" fmla="*/ 0 w 31661"/>
                  <a:gd name="connsiteY5" fmla="*/ 10931 h 21600"/>
                  <a:gd name="connsiteX6" fmla="*/ 8150 w 31661"/>
                  <a:gd name="connsiteY6" fmla="*/ 0 h 21600"/>
                  <a:gd name="connsiteX0" fmla="*/ 8150 w 31720"/>
                  <a:gd name="connsiteY0" fmla="*/ 0 h 21600"/>
                  <a:gd name="connsiteX1" fmla="*/ 22800 w 31720"/>
                  <a:gd name="connsiteY1" fmla="*/ 0 h 21600"/>
                  <a:gd name="connsiteX2" fmla="*/ 31719 w 31720"/>
                  <a:gd name="connsiteY2" fmla="*/ 11064 h 21600"/>
                  <a:gd name="connsiteX3" fmla="*/ 22800 w 31720"/>
                  <a:gd name="connsiteY3" fmla="*/ 21600 h 21600"/>
                  <a:gd name="connsiteX4" fmla="*/ 8150 w 31720"/>
                  <a:gd name="connsiteY4" fmla="*/ 21600 h 21600"/>
                  <a:gd name="connsiteX5" fmla="*/ 0 w 31720"/>
                  <a:gd name="connsiteY5" fmla="*/ 10931 h 21600"/>
                  <a:gd name="connsiteX6" fmla="*/ 8150 w 31720"/>
                  <a:gd name="connsiteY6" fmla="*/ 0 h 21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720" h="21600">
                    <a:moveTo>
                      <a:pt x="8150" y="0"/>
                    </a:moveTo>
                    <a:lnTo>
                      <a:pt x="22800" y="0"/>
                    </a:lnTo>
                    <a:cubicBezTo>
                      <a:pt x="24719" y="0"/>
                      <a:pt x="31601" y="2004"/>
                      <a:pt x="31719" y="11064"/>
                    </a:cubicBezTo>
                    <a:cubicBezTo>
                      <a:pt x="31837" y="20124"/>
                      <a:pt x="24719" y="21600"/>
                      <a:pt x="22800" y="21600"/>
                    </a:cubicBezTo>
                    <a:lnTo>
                      <a:pt x="8150" y="21600"/>
                    </a:lnTo>
                    <a:cubicBezTo>
                      <a:pt x="6231" y="21600"/>
                      <a:pt x="0" y="18872"/>
                      <a:pt x="0" y="10931"/>
                    </a:cubicBezTo>
                    <a:cubicBezTo>
                      <a:pt x="0" y="2990"/>
                      <a:pt x="6231" y="0"/>
                      <a:pt x="81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88900">
                <a:solidFill>
                  <a:srgbClr val="1020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u="sng" dirty="0"/>
              </a:p>
            </p:txBody>
          </p:sp>
          <p:cxnSp>
            <p:nvCxnSpPr>
              <p:cNvPr id="421" name="Gerader Verbinder 420">
                <a:extLst>
                  <a:ext uri="{FF2B5EF4-FFF2-40B4-BE49-F238E27FC236}">
                    <a16:creationId xmlns:a16="http://schemas.microsoft.com/office/drawing/2014/main" id="{395CD308-8431-46B2-B427-E38CBD01D5E2}"/>
                  </a:ext>
                </a:extLst>
              </p:cNvPr>
              <p:cNvCxnSpPr/>
              <p:nvPr/>
            </p:nvCxnSpPr>
            <p:spPr>
              <a:xfrm>
                <a:off x="4266231" y="3184068"/>
                <a:ext cx="172119" cy="0"/>
              </a:xfrm>
              <a:prstGeom prst="line">
                <a:avLst/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Gerader Verbinder 421">
                <a:extLst>
                  <a:ext uri="{FF2B5EF4-FFF2-40B4-BE49-F238E27FC236}">
                    <a16:creationId xmlns:a16="http://schemas.microsoft.com/office/drawing/2014/main" id="{2E4F77A4-74C2-4F3B-B46C-A93C5932B4B0}"/>
                  </a:ext>
                </a:extLst>
              </p:cNvPr>
              <p:cNvCxnSpPr/>
              <p:nvPr/>
            </p:nvCxnSpPr>
            <p:spPr>
              <a:xfrm>
                <a:off x="4266231" y="3353216"/>
                <a:ext cx="172119" cy="0"/>
              </a:xfrm>
              <a:prstGeom prst="line">
                <a:avLst/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Gerader Verbinder 422">
                <a:extLst>
                  <a:ext uri="{FF2B5EF4-FFF2-40B4-BE49-F238E27FC236}">
                    <a16:creationId xmlns:a16="http://schemas.microsoft.com/office/drawing/2014/main" id="{1019FA1F-BA97-4296-8E06-734E58824617}"/>
                  </a:ext>
                </a:extLst>
              </p:cNvPr>
              <p:cNvCxnSpPr/>
              <p:nvPr/>
            </p:nvCxnSpPr>
            <p:spPr>
              <a:xfrm>
                <a:off x="4266231" y="3520196"/>
                <a:ext cx="172119" cy="0"/>
              </a:xfrm>
              <a:prstGeom prst="line">
                <a:avLst/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Gerader Verbinder 423">
                <a:extLst>
                  <a:ext uri="{FF2B5EF4-FFF2-40B4-BE49-F238E27FC236}">
                    <a16:creationId xmlns:a16="http://schemas.microsoft.com/office/drawing/2014/main" id="{6AE82306-3346-4395-9354-BE2D10911995}"/>
                  </a:ext>
                </a:extLst>
              </p:cNvPr>
              <p:cNvCxnSpPr/>
              <p:nvPr/>
            </p:nvCxnSpPr>
            <p:spPr>
              <a:xfrm>
                <a:off x="4704282" y="3520196"/>
                <a:ext cx="172119" cy="0"/>
              </a:xfrm>
              <a:prstGeom prst="line">
                <a:avLst/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Gerader Verbinder 424">
                <a:extLst>
                  <a:ext uri="{FF2B5EF4-FFF2-40B4-BE49-F238E27FC236}">
                    <a16:creationId xmlns:a16="http://schemas.microsoft.com/office/drawing/2014/main" id="{B5BA75D6-4E19-4BA5-BBC9-12CEFD0DEE62}"/>
                  </a:ext>
                </a:extLst>
              </p:cNvPr>
              <p:cNvCxnSpPr/>
              <p:nvPr/>
            </p:nvCxnSpPr>
            <p:spPr>
              <a:xfrm>
                <a:off x="4704282" y="3353216"/>
                <a:ext cx="172119" cy="0"/>
              </a:xfrm>
              <a:prstGeom prst="line">
                <a:avLst/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Gerader Verbinder 425">
                <a:extLst>
                  <a:ext uri="{FF2B5EF4-FFF2-40B4-BE49-F238E27FC236}">
                    <a16:creationId xmlns:a16="http://schemas.microsoft.com/office/drawing/2014/main" id="{4183BB53-30D9-4B96-B35E-00E4B1D988CA}"/>
                  </a:ext>
                </a:extLst>
              </p:cNvPr>
              <p:cNvCxnSpPr/>
              <p:nvPr/>
            </p:nvCxnSpPr>
            <p:spPr>
              <a:xfrm>
                <a:off x="4704282" y="3184068"/>
                <a:ext cx="172119" cy="0"/>
              </a:xfrm>
              <a:prstGeom prst="line">
                <a:avLst/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7" name="Bogen 426">
                <a:extLst>
                  <a:ext uri="{FF2B5EF4-FFF2-40B4-BE49-F238E27FC236}">
                    <a16:creationId xmlns:a16="http://schemas.microsoft.com/office/drawing/2014/main" id="{ADE04120-DD34-47F6-8C00-696DE35B9D9C}"/>
                  </a:ext>
                </a:extLst>
              </p:cNvPr>
              <p:cNvSpPr/>
              <p:nvPr/>
            </p:nvSpPr>
            <p:spPr>
              <a:xfrm>
                <a:off x="4006004" y="2936851"/>
                <a:ext cx="1129823" cy="1270780"/>
              </a:xfrm>
              <a:prstGeom prst="arc">
                <a:avLst>
                  <a:gd name="adj1" fmla="val 1651"/>
                  <a:gd name="adj2" fmla="val 10793953"/>
                </a:avLst>
              </a:prstGeom>
              <a:ln w="889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u="sng"/>
              </a:p>
            </p:txBody>
          </p:sp>
          <p:cxnSp>
            <p:nvCxnSpPr>
              <p:cNvPr id="428" name="Gerader Verbinder 427">
                <a:extLst>
                  <a:ext uri="{FF2B5EF4-FFF2-40B4-BE49-F238E27FC236}">
                    <a16:creationId xmlns:a16="http://schemas.microsoft.com/office/drawing/2014/main" id="{1CD35E4B-5AA2-42E4-B503-F54AC6C7E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9831" y="4005955"/>
                <a:ext cx="0" cy="492265"/>
              </a:xfrm>
              <a:prstGeom prst="line">
                <a:avLst/>
              </a:prstGeom>
              <a:ln w="88900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9" name="Flussdiagramm: Grenzstelle 19">
                <a:extLst>
                  <a:ext uri="{FF2B5EF4-FFF2-40B4-BE49-F238E27FC236}">
                    <a16:creationId xmlns:a16="http://schemas.microsoft.com/office/drawing/2014/main" id="{F40BB938-1F44-4908-9666-794901109627}"/>
                  </a:ext>
                </a:extLst>
              </p:cNvPr>
              <p:cNvSpPr/>
              <p:nvPr/>
            </p:nvSpPr>
            <p:spPr>
              <a:xfrm>
                <a:off x="4187078" y="4423404"/>
                <a:ext cx="766589" cy="157221"/>
              </a:xfrm>
              <a:custGeom>
                <a:avLst/>
                <a:gdLst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18125 w 21600"/>
                  <a:gd name="connsiteY3" fmla="*/ 21600 h 21600"/>
                  <a:gd name="connsiteX4" fmla="*/ 3475 w 21600"/>
                  <a:gd name="connsiteY4" fmla="*/ 21600 h 21600"/>
                  <a:gd name="connsiteX5" fmla="*/ 0 w 21600"/>
                  <a:gd name="connsiteY5" fmla="*/ 10800 h 21600"/>
                  <a:gd name="connsiteX6" fmla="*/ 3475 w 21600"/>
                  <a:gd name="connsiteY6" fmla="*/ 0 h 21600"/>
                  <a:gd name="connsiteX0" fmla="*/ 3475 w 21600"/>
                  <a:gd name="connsiteY0" fmla="*/ 0 h 21600"/>
                  <a:gd name="connsiteX1" fmla="*/ 18125 w 21600"/>
                  <a:gd name="connsiteY1" fmla="*/ 0 h 21600"/>
                  <a:gd name="connsiteX2" fmla="*/ 21600 w 21600"/>
                  <a:gd name="connsiteY2" fmla="*/ 10800 h 21600"/>
                  <a:gd name="connsiteX3" fmla="*/ 3475 w 21600"/>
                  <a:gd name="connsiteY3" fmla="*/ 21600 h 21600"/>
                  <a:gd name="connsiteX4" fmla="*/ 0 w 21600"/>
                  <a:gd name="connsiteY4" fmla="*/ 10800 h 21600"/>
                  <a:gd name="connsiteX5" fmla="*/ 3475 w 21600"/>
                  <a:gd name="connsiteY5" fmla="*/ 0 h 21600"/>
                  <a:gd name="connsiteX0" fmla="*/ 3475 w 21600"/>
                  <a:gd name="connsiteY0" fmla="*/ 0 h 12150"/>
                  <a:gd name="connsiteX1" fmla="*/ 18125 w 21600"/>
                  <a:gd name="connsiteY1" fmla="*/ 0 h 12150"/>
                  <a:gd name="connsiteX2" fmla="*/ 21600 w 21600"/>
                  <a:gd name="connsiteY2" fmla="*/ 10800 h 12150"/>
                  <a:gd name="connsiteX3" fmla="*/ 0 w 21600"/>
                  <a:gd name="connsiteY3" fmla="*/ 10800 h 12150"/>
                  <a:gd name="connsiteX4" fmla="*/ 3475 w 21600"/>
                  <a:gd name="connsiteY4" fmla="*/ 0 h 12150"/>
                  <a:gd name="connsiteX0" fmla="*/ 3475 w 21600"/>
                  <a:gd name="connsiteY0" fmla="*/ 0 h 11628"/>
                  <a:gd name="connsiteX1" fmla="*/ 18125 w 21600"/>
                  <a:gd name="connsiteY1" fmla="*/ 0 h 11628"/>
                  <a:gd name="connsiteX2" fmla="*/ 21600 w 21600"/>
                  <a:gd name="connsiteY2" fmla="*/ 10800 h 11628"/>
                  <a:gd name="connsiteX3" fmla="*/ 0 w 21600"/>
                  <a:gd name="connsiteY3" fmla="*/ 10800 h 11628"/>
                  <a:gd name="connsiteX4" fmla="*/ 3475 w 21600"/>
                  <a:gd name="connsiteY4" fmla="*/ 0 h 11628"/>
                  <a:gd name="connsiteX0" fmla="*/ 3475 w 21600"/>
                  <a:gd name="connsiteY0" fmla="*/ 0 h 10838"/>
                  <a:gd name="connsiteX1" fmla="*/ 18125 w 21600"/>
                  <a:gd name="connsiteY1" fmla="*/ 0 h 10838"/>
                  <a:gd name="connsiteX2" fmla="*/ 21600 w 21600"/>
                  <a:gd name="connsiteY2" fmla="*/ 10800 h 10838"/>
                  <a:gd name="connsiteX3" fmla="*/ 0 w 21600"/>
                  <a:gd name="connsiteY3" fmla="*/ 10800 h 10838"/>
                  <a:gd name="connsiteX4" fmla="*/ 3475 w 21600"/>
                  <a:gd name="connsiteY4" fmla="*/ 0 h 10838"/>
                  <a:gd name="connsiteX0" fmla="*/ 3475 w 21600"/>
                  <a:gd name="connsiteY0" fmla="*/ 0 h 10800"/>
                  <a:gd name="connsiteX1" fmla="*/ 18125 w 21600"/>
                  <a:gd name="connsiteY1" fmla="*/ 0 h 10800"/>
                  <a:gd name="connsiteX2" fmla="*/ 21600 w 21600"/>
                  <a:gd name="connsiteY2" fmla="*/ 10800 h 10800"/>
                  <a:gd name="connsiteX3" fmla="*/ 0 w 21600"/>
                  <a:gd name="connsiteY3" fmla="*/ 10800 h 10800"/>
                  <a:gd name="connsiteX4" fmla="*/ 3475 w 21600"/>
                  <a:gd name="connsiteY4" fmla="*/ 0 h 1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00" h="10800">
                    <a:moveTo>
                      <a:pt x="3475" y="0"/>
                    </a:moveTo>
                    <a:lnTo>
                      <a:pt x="18125" y="0"/>
                    </a:lnTo>
                    <a:cubicBezTo>
                      <a:pt x="20044" y="0"/>
                      <a:pt x="21507" y="5288"/>
                      <a:pt x="21600" y="10800"/>
                    </a:cubicBezTo>
                    <a:lnTo>
                      <a:pt x="0" y="10800"/>
                    </a:lnTo>
                    <a:cubicBezTo>
                      <a:pt x="0" y="4835"/>
                      <a:pt x="1556" y="0"/>
                      <a:pt x="3475" y="0"/>
                    </a:cubicBezTo>
                    <a:close/>
                  </a:path>
                </a:pathLst>
              </a:custGeom>
              <a:solidFill>
                <a:srgbClr val="1020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u="sng"/>
              </a:p>
            </p:txBody>
          </p:sp>
          <p:grpSp>
            <p:nvGrpSpPr>
              <p:cNvPr id="430" name="Gruppieren 429">
                <a:extLst>
                  <a:ext uri="{FF2B5EF4-FFF2-40B4-BE49-F238E27FC236}">
                    <a16:creationId xmlns:a16="http://schemas.microsoft.com/office/drawing/2014/main" id="{656ECF1D-DCEE-4C5D-8B53-05AE19DC5556}"/>
                  </a:ext>
                </a:extLst>
              </p:cNvPr>
              <p:cNvGrpSpPr/>
              <p:nvPr/>
            </p:nvGrpSpPr>
            <p:grpSpPr>
              <a:xfrm>
                <a:off x="2796045" y="2538000"/>
                <a:ext cx="1029891" cy="1338773"/>
                <a:chOff x="3479950" y="1013067"/>
                <a:chExt cx="1507864" cy="1960098"/>
              </a:xfrm>
            </p:grpSpPr>
            <p:sp>
              <p:nvSpPr>
                <p:cNvPr id="431" name="Bogen 430">
                  <a:extLst>
                    <a:ext uri="{FF2B5EF4-FFF2-40B4-BE49-F238E27FC236}">
                      <a16:creationId xmlns:a16="http://schemas.microsoft.com/office/drawing/2014/main" id="{D20EFC52-3376-44CA-B53D-99C9E27F2559}"/>
                    </a:ext>
                  </a:extLst>
                </p:cNvPr>
                <p:cNvSpPr/>
                <p:nvPr/>
              </p:nvSpPr>
              <p:spPr>
                <a:xfrm rot="5400000">
                  <a:off x="3750521" y="1684923"/>
                  <a:ext cx="831273" cy="616387"/>
                </a:xfrm>
                <a:prstGeom prst="arc">
                  <a:avLst>
                    <a:gd name="adj1" fmla="val 12170018"/>
                    <a:gd name="adj2" fmla="val 20320233"/>
                  </a:avLst>
                </a:prstGeom>
                <a:noFill/>
                <a:ln w="88900" cap="rnd">
                  <a:solidFill>
                    <a:srgbClr val="1020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u="sng"/>
                </a:p>
              </p:txBody>
            </p:sp>
            <p:sp>
              <p:nvSpPr>
                <p:cNvPr id="432" name="Bogen 431">
                  <a:extLst>
                    <a:ext uri="{FF2B5EF4-FFF2-40B4-BE49-F238E27FC236}">
                      <a16:creationId xmlns:a16="http://schemas.microsoft.com/office/drawing/2014/main" id="{77038269-0329-4BA1-87E8-F37592D95556}"/>
                    </a:ext>
                  </a:extLst>
                </p:cNvPr>
                <p:cNvSpPr/>
                <p:nvPr/>
              </p:nvSpPr>
              <p:spPr>
                <a:xfrm rot="5400000">
                  <a:off x="3562497" y="1496767"/>
                  <a:ext cx="1338773" cy="992698"/>
                </a:xfrm>
                <a:prstGeom prst="arc">
                  <a:avLst>
                    <a:gd name="adj1" fmla="val 12170018"/>
                    <a:gd name="adj2" fmla="val 20320233"/>
                  </a:avLst>
                </a:prstGeom>
                <a:noFill/>
                <a:ln w="88900" cap="rnd">
                  <a:solidFill>
                    <a:srgbClr val="1020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u="sng"/>
                </a:p>
              </p:txBody>
            </p:sp>
            <p:sp>
              <p:nvSpPr>
                <p:cNvPr id="433" name="Bogen 432">
                  <a:extLst>
                    <a:ext uri="{FF2B5EF4-FFF2-40B4-BE49-F238E27FC236}">
                      <a16:creationId xmlns:a16="http://schemas.microsoft.com/office/drawing/2014/main" id="{E16CBAF8-F2DE-48B2-B0CF-40272E4C674C}"/>
                    </a:ext>
                  </a:extLst>
                </p:cNvPr>
                <p:cNvSpPr/>
                <p:nvPr/>
              </p:nvSpPr>
              <p:spPr>
                <a:xfrm rot="5400000">
                  <a:off x="3253833" y="1239184"/>
                  <a:ext cx="1960098" cy="1507864"/>
                </a:xfrm>
                <a:prstGeom prst="arc">
                  <a:avLst>
                    <a:gd name="adj1" fmla="val 12170018"/>
                    <a:gd name="adj2" fmla="val 20320233"/>
                  </a:avLst>
                </a:prstGeom>
                <a:noFill/>
                <a:ln w="88900" cap="rnd">
                  <a:solidFill>
                    <a:srgbClr val="1020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u="sng" dirty="0"/>
                </a:p>
              </p:txBody>
            </p:sp>
          </p:grpSp>
          <p:grpSp>
            <p:nvGrpSpPr>
              <p:cNvPr id="434" name="Gruppieren 433">
                <a:extLst>
                  <a:ext uri="{FF2B5EF4-FFF2-40B4-BE49-F238E27FC236}">
                    <a16:creationId xmlns:a16="http://schemas.microsoft.com/office/drawing/2014/main" id="{868768A8-350C-42EA-AE04-DB9E81A3C8B5}"/>
                  </a:ext>
                </a:extLst>
              </p:cNvPr>
              <p:cNvGrpSpPr/>
              <p:nvPr/>
            </p:nvGrpSpPr>
            <p:grpSpPr>
              <a:xfrm rot="10800000">
                <a:off x="5318063" y="2538100"/>
                <a:ext cx="1029891" cy="1338773"/>
                <a:chOff x="6397069" y="1077725"/>
                <a:chExt cx="1507864" cy="1960098"/>
              </a:xfrm>
            </p:grpSpPr>
            <p:sp>
              <p:nvSpPr>
                <p:cNvPr id="435" name="Bogen 434">
                  <a:extLst>
                    <a:ext uri="{FF2B5EF4-FFF2-40B4-BE49-F238E27FC236}">
                      <a16:creationId xmlns:a16="http://schemas.microsoft.com/office/drawing/2014/main" id="{6A3DF450-06B9-4125-915A-35189A7AC001}"/>
                    </a:ext>
                  </a:extLst>
                </p:cNvPr>
                <p:cNvSpPr/>
                <p:nvPr/>
              </p:nvSpPr>
              <p:spPr>
                <a:xfrm rot="5400000">
                  <a:off x="6667640" y="1749581"/>
                  <a:ext cx="831273" cy="616387"/>
                </a:xfrm>
                <a:prstGeom prst="arc">
                  <a:avLst>
                    <a:gd name="adj1" fmla="val 12170018"/>
                    <a:gd name="adj2" fmla="val 20320233"/>
                  </a:avLst>
                </a:prstGeom>
                <a:noFill/>
                <a:ln w="88900" cap="rnd">
                  <a:solidFill>
                    <a:srgbClr val="1020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u="sng"/>
                </a:p>
              </p:txBody>
            </p:sp>
            <p:sp>
              <p:nvSpPr>
                <p:cNvPr id="436" name="Bogen 435">
                  <a:extLst>
                    <a:ext uri="{FF2B5EF4-FFF2-40B4-BE49-F238E27FC236}">
                      <a16:creationId xmlns:a16="http://schemas.microsoft.com/office/drawing/2014/main" id="{C6990125-0305-486B-A6B7-45580FF84D27}"/>
                    </a:ext>
                  </a:extLst>
                </p:cNvPr>
                <p:cNvSpPr/>
                <p:nvPr/>
              </p:nvSpPr>
              <p:spPr>
                <a:xfrm rot="5400000">
                  <a:off x="6479616" y="1561425"/>
                  <a:ext cx="1338773" cy="992698"/>
                </a:xfrm>
                <a:prstGeom prst="arc">
                  <a:avLst>
                    <a:gd name="adj1" fmla="val 12170018"/>
                    <a:gd name="adj2" fmla="val 20320233"/>
                  </a:avLst>
                </a:prstGeom>
                <a:noFill/>
                <a:ln w="88900" cap="rnd">
                  <a:solidFill>
                    <a:srgbClr val="1020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u="sng"/>
                </a:p>
              </p:txBody>
            </p:sp>
            <p:sp>
              <p:nvSpPr>
                <p:cNvPr id="437" name="Bogen 436">
                  <a:extLst>
                    <a:ext uri="{FF2B5EF4-FFF2-40B4-BE49-F238E27FC236}">
                      <a16:creationId xmlns:a16="http://schemas.microsoft.com/office/drawing/2014/main" id="{2E77929F-47D9-40F8-96AB-E3693D4E6EBD}"/>
                    </a:ext>
                  </a:extLst>
                </p:cNvPr>
                <p:cNvSpPr/>
                <p:nvPr/>
              </p:nvSpPr>
              <p:spPr>
                <a:xfrm rot="5400000">
                  <a:off x="6170952" y="1303842"/>
                  <a:ext cx="1960098" cy="1507864"/>
                </a:xfrm>
                <a:prstGeom prst="arc">
                  <a:avLst>
                    <a:gd name="adj1" fmla="val 12170018"/>
                    <a:gd name="adj2" fmla="val 20320233"/>
                  </a:avLst>
                </a:prstGeom>
                <a:noFill/>
                <a:ln w="88900" cap="rnd">
                  <a:solidFill>
                    <a:srgbClr val="10202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u="sng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91699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ruppieren 437">
            <a:extLst>
              <a:ext uri="{FF2B5EF4-FFF2-40B4-BE49-F238E27FC236}">
                <a16:creationId xmlns:a16="http://schemas.microsoft.com/office/drawing/2014/main" id="{E45E80E9-FBFA-47BA-B59E-E65C5B27053B}"/>
              </a:ext>
            </a:extLst>
          </p:cNvPr>
          <p:cNvGrpSpPr/>
          <p:nvPr/>
        </p:nvGrpSpPr>
        <p:grpSpPr>
          <a:xfrm>
            <a:off x="3206612" y="2840989"/>
            <a:ext cx="711290" cy="1151532"/>
            <a:chOff x="4209849" y="2854423"/>
            <a:chExt cx="711290" cy="1151532"/>
          </a:xfrm>
        </p:grpSpPr>
        <p:sp>
          <p:nvSpPr>
            <p:cNvPr id="420" name="Flussdiagramm: Grenzstelle 2">
              <a:extLst>
                <a:ext uri="{FF2B5EF4-FFF2-40B4-BE49-F238E27FC236}">
                  <a16:creationId xmlns:a16="http://schemas.microsoft.com/office/drawing/2014/main" id="{B9B6130F-684C-4A2F-99A6-B0D0E792C73D}"/>
                </a:ext>
              </a:extLst>
            </p:cNvPr>
            <p:cNvSpPr/>
            <p:nvPr/>
          </p:nvSpPr>
          <p:spPr>
            <a:xfrm rot="16200000">
              <a:off x="3989728" y="3074544"/>
              <a:ext cx="1151532" cy="71129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chemeClr val="bg1"/>
            </a:solidFill>
            <a:ln w="88900">
              <a:solidFill>
                <a:srgbClr val="1020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u="sng" dirty="0"/>
            </a:p>
          </p:txBody>
        </p:sp>
        <p:cxnSp>
          <p:nvCxnSpPr>
            <p:cNvPr id="421" name="Gerader Verbinder 420">
              <a:extLst>
                <a:ext uri="{FF2B5EF4-FFF2-40B4-BE49-F238E27FC236}">
                  <a16:creationId xmlns:a16="http://schemas.microsoft.com/office/drawing/2014/main" id="{395CD308-8431-46B2-B427-E38CBD01D5E2}"/>
                </a:ext>
              </a:extLst>
            </p:cNvPr>
            <p:cNvCxnSpPr/>
            <p:nvPr/>
          </p:nvCxnSpPr>
          <p:spPr>
            <a:xfrm>
              <a:off x="4266231" y="3184068"/>
              <a:ext cx="172119" cy="0"/>
            </a:xfrm>
            <a:prstGeom prst="line">
              <a:avLst/>
            </a:prstGeom>
            <a:ln w="889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Gerader Verbinder 421">
              <a:extLst>
                <a:ext uri="{FF2B5EF4-FFF2-40B4-BE49-F238E27FC236}">
                  <a16:creationId xmlns:a16="http://schemas.microsoft.com/office/drawing/2014/main" id="{2E4F77A4-74C2-4F3B-B46C-A93C5932B4B0}"/>
                </a:ext>
              </a:extLst>
            </p:cNvPr>
            <p:cNvCxnSpPr/>
            <p:nvPr/>
          </p:nvCxnSpPr>
          <p:spPr>
            <a:xfrm>
              <a:off x="4266231" y="3353216"/>
              <a:ext cx="172119" cy="0"/>
            </a:xfrm>
            <a:prstGeom prst="line">
              <a:avLst/>
            </a:prstGeom>
            <a:ln w="889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Gerader Verbinder 422">
              <a:extLst>
                <a:ext uri="{FF2B5EF4-FFF2-40B4-BE49-F238E27FC236}">
                  <a16:creationId xmlns:a16="http://schemas.microsoft.com/office/drawing/2014/main" id="{1019FA1F-BA97-4296-8E06-734E58824617}"/>
                </a:ext>
              </a:extLst>
            </p:cNvPr>
            <p:cNvCxnSpPr/>
            <p:nvPr/>
          </p:nvCxnSpPr>
          <p:spPr>
            <a:xfrm>
              <a:off x="4266231" y="3520196"/>
              <a:ext cx="172119" cy="0"/>
            </a:xfrm>
            <a:prstGeom prst="line">
              <a:avLst/>
            </a:prstGeom>
            <a:ln w="889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Gerader Verbinder 423">
              <a:extLst>
                <a:ext uri="{FF2B5EF4-FFF2-40B4-BE49-F238E27FC236}">
                  <a16:creationId xmlns:a16="http://schemas.microsoft.com/office/drawing/2014/main" id="{6AE82306-3346-4395-9354-BE2D10911995}"/>
                </a:ext>
              </a:extLst>
            </p:cNvPr>
            <p:cNvCxnSpPr/>
            <p:nvPr/>
          </p:nvCxnSpPr>
          <p:spPr>
            <a:xfrm>
              <a:off x="4704282" y="3520196"/>
              <a:ext cx="172119" cy="0"/>
            </a:xfrm>
            <a:prstGeom prst="line">
              <a:avLst/>
            </a:prstGeom>
            <a:ln w="889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Gerader Verbinder 424">
              <a:extLst>
                <a:ext uri="{FF2B5EF4-FFF2-40B4-BE49-F238E27FC236}">
                  <a16:creationId xmlns:a16="http://schemas.microsoft.com/office/drawing/2014/main" id="{B5BA75D6-4E19-4BA5-BBC9-12CEFD0DEE62}"/>
                </a:ext>
              </a:extLst>
            </p:cNvPr>
            <p:cNvCxnSpPr/>
            <p:nvPr/>
          </p:nvCxnSpPr>
          <p:spPr>
            <a:xfrm>
              <a:off x="4704282" y="3353216"/>
              <a:ext cx="172119" cy="0"/>
            </a:xfrm>
            <a:prstGeom prst="line">
              <a:avLst/>
            </a:prstGeom>
            <a:ln w="889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Gerader Verbinder 425">
              <a:extLst>
                <a:ext uri="{FF2B5EF4-FFF2-40B4-BE49-F238E27FC236}">
                  <a16:creationId xmlns:a16="http://schemas.microsoft.com/office/drawing/2014/main" id="{4183BB53-30D9-4B96-B35E-00E4B1D988CA}"/>
                </a:ext>
              </a:extLst>
            </p:cNvPr>
            <p:cNvCxnSpPr/>
            <p:nvPr/>
          </p:nvCxnSpPr>
          <p:spPr>
            <a:xfrm>
              <a:off x="4704282" y="3184068"/>
              <a:ext cx="172119" cy="0"/>
            </a:xfrm>
            <a:prstGeom prst="line">
              <a:avLst/>
            </a:prstGeom>
            <a:ln w="889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707065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Bildschirmpräsentation (4:3)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Larissa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Thorsten Koch</dc:creator>
  <cp:lastModifiedBy>Thorsten Koch</cp:lastModifiedBy>
  <cp:revision>38</cp:revision>
  <dcterms:created xsi:type="dcterms:W3CDTF">2026-01-17T15:53:55Z</dcterms:created>
  <dcterms:modified xsi:type="dcterms:W3CDTF">2026-02-09T17:47:24Z</dcterms:modified>
</cp:coreProperties>
</file>