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D2B5"/>
    <a:srgbClr val="006039"/>
    <a:srgbClr val="79CB73"/>
    <a:srgbClr val="77B538"/>
    <a:srgbClr val="102024"/>
    <a:srgbClr val="E2D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075C4-4FC0-4B38-BD84-14130632A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9305B37-70C3-4E64-9BF3-8680E6C4C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977443-48BE-4BB4-B54D-7AEF397C0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7BE1BE-1013-4BA6-826E-FA1FEC56F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A95C2C-92CB-4122-BF5C-0444F14C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30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693C3D-9D37-4652-9447-501EA1B82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0E0CC4-4298-4C58-A3F2-8EB107A69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901FD0-B9AC-4804-A1D5-44AFF5FCA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805A9E-4A4A-40BD-A0F5-AEC20D1B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A2E8E1-0955-4464-93B2-D50B3864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844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2EDBE2-BBCB-469B-9192-2EE3393D9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DAE6C1-2B81-417C-859C-83FDC2098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655540-29A4-49F5-8AB8-48E260ACA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0C97A6-ECC8-4C55-BCF1-31D7001FA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434A3B-4376-4442-AAE5-CE98F496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3384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E979D0-9691-42E0-BBF9-A719250A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E3E580-B797-402C-A519-B7EBE34D6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4103BC0-E802-4109-9A2B-87304B989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B49660-4AB5-466A-B398-757BA6C1C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91B560-7DC4-4454-9F4B-8E049896C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0D13EB-C001-46FB-B4FA-DFFF3062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3580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D6F371-F672-4DDB-8153-7B77E6393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0CFFB2-5519-4C23-9B7B-5D26889B2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5EB611-AF61-428B-BADD-603502D10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B8CDB0-F2DE-4C0E-AD85-3B27FAF0B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E5E804F-88DD-4287-AEED-A08FF9D70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E9B5BC6-D19C-4789-B1A1-20514DEE8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AFB5DCC-8B79-4F19-8E77-48BF6584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8E35A8-B90D-4989-8991-6D6AF8779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6394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6D78FE-6C21-4630-841D-AACD93CF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FC83576-C03A-4BAF-909E-88AFABAC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2AA818-4424-44D5-903E-64EBD974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C57BA6-2325-4CFB-AAE7-246D0AE8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8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10714EE-98E5-46AB-A713-C8D58C6D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34487D6-C8B5-431B-979C-44499D1E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D22C7D-FE30-4AFB-A825-34CF2EEA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5806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947D60-BEDC-4729-A3B5-620A5B81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CFE13E-0B1C-4BB2-8708-58068097C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8ABD4B8-3EA1-4C57-9564-3A2411A90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924854-144F-4609-9446-BF12E133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675680-846E-4A5B-8EB6-788D2E04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C59EEE-4AEF-4FA0-BB8A-EC198BF3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803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72FD50-1DB9-480B-8825-093B0712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96ACFE5-A2E9-4A43-829A-D7CFA31608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AECDC7-C290-4A72-AB3A-EBA7EEFFF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F25745-FC03-44CD-A7D9-B9F3933DB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8FB697-A94D-4EFD-8EAF-E3108F52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487AD1-4300-4894-A8F8-68B393DB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9001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110A80-8281-4727-B465-C69D1C7B6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A970E8-94D1-46B5-A4DB-036A0B97C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02D883-A9BA-4E5D-855B-A6A26BF51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127DE1-92AC-4C06-87B2-47940C7DE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21AA7B-0BE6-49A9-8383-D2197F780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3958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9546A71-6CC8-4DFD-ADE0-A6DDDB2AC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5DE63E-9087-4881-B870-90D93F054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48464E-9662-4304-AF29-F8B81548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FB4749-3514-4031-9429-70AB35447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AA3330-6248-4D2C-8CAE-57B4F3E7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6173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5897BA3-14E1-4279-A5E4-C7C9842DF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C12C5D-68CB-4EC4-9846-A23C5E9F5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937FDD-E106-48E6-874F-659DE237C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29F5D-1213-42FA-A175-AD9381781491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59B62B-6A6A-4DF3-B02C-DA9E4EBC9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B0E329-78BD-4962-B67F-06ABE9BC6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3324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39FECDD3-74F5-4484-A542-ABB290E64CA8}"/>
              </a:ext>
            </a:extLst>
          </p:cNvPr>
          <p:cNvSpPr/>
          <p:nvPr/>
        </p:nvSpPr>
        <p:spPr>
          <a:xfrm>
            <a:off x="2856000" y="142874"/>
            <a:ext cx="6480000" cy="6480000"/>
          </a:xfrm>
          <a:prstGeom prst="rect">
            <a:avLst/>
          </a:prstGeom>
          <a:solidFill>
            <a:srgbClr val="77B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8A4546A-46AF-4880-B339-5FCD28E5481F}"/>
              </a:ext>
            </a:extLst>
          </p:cNvPr>
          <p:cNvSpPr/>
          <p:nvPr/>
        </p:nvSpPr>
        <p:spPr>
          <a:xfrm>
            <a:off x="2856000" y="4032069"/>
            <a:ext cx="6480000" cy="2220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800" b="1" dirty="0">
                <a:solidFill>
                  <a:srgbClr val="102024"/>
                </a:solidFill>
                <a:latin typeface="Franklin Gothic Medium" panose="020B0603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SÜDSAL</a:t>
            </a:r>
            <a:r>
              <a:rPr lang="de-DE" sz="1600" b="1" dirty="0">
                <a:solidFill>
                  <a:srgbClr val="102024"/>
                </a:solidFill>
                <a:latin typeface="Franklin Gothic Medium" panose="020B0603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de-DE" sz="9800" b="1" dirty="0">
                <a:solidFill>
                  <a:srgbClr val="102024"/>
                </a:solidFill>
                <a:latin typeface="Franklin Gothic Medium" panose="020B0603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AT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sz="4050" dirty="0">
                <a:solidFill>
                  <a:srgbClr val="102024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THEMEN AUS DEM LEBEN</a:t>
            </a:r>
          </a:p>
        </p:txBody>
      </p:sp>
      <p:sp>
        <p:nvSpPr>
          <p:cNvPr id="3" name="Flussdiagramm: Grenzstelle 2">
            <a:extLst>
              <a:ext uri="{FF2B5EF4-FFF2-40B4-BE49-F238E27FC236}">
                <a16:creationId xmlns:a16="http://schemas.microsoft.com/office/drawing/2014/main" id="{203778D9-979D-49C6-A295-F4A6B983999E}"/>
              </a:ext>
            </a:extLst>
          </p:cNvPr>
          <p:cNvSpPr/>
          <p:nvPr/>
        </p:nvSpPr>
        <p:spPr>
          <a:xfrm rot="16200000">
            <a:off x="5246671" y="1798621"/>
            <a:ext cx="1685958" cy="1041400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6985"/>
              <a:gd name="connsiteY0" fmla="*/ 0 h 21600"/>
              <a:gd name="connsiteX1" fmla="*/ 18125 w 26985"/>
              <a:gd name="connsiteY1" fmla="*/ 0 h 21600"/>
              <a:gd name="connsiteX2" fmla="*/ 26985 w 26985"/>
              <a:gd name="connsiteY2" fmla="*/ 10998 h 21600"/>
              <a:gd name="connsiteX3" fmla="*/ 18125 w 26985"/>
              <a:gd name="connsiteY3" fmla="*/ 21600 h 21600"/>
              <a:gd name="connsiteX4" fmla="*/ 3475 w 26985"/>
              <a:gd name="connsiteY4" fmla="*/ 21600 h 21600"/>
              <a:gd name="connsiteX5" fmla="*/ 0 w 26985"/>
              <a:gd name="connsiteY5" fmla="*/ 10800 h 21600"/>
              <a:gd name="connsiteX6" fmla="*/ 3475 w 26985"/>
              <a:gd name="connsiteY6" fmla="*/ 0 h 21600"/>
              <a:gd name="connsiteX0" fmla="*/ 3475 w 26985"/>
              <a:gd name="connsiteY0" fmla="*/ 0 h 21600"/>
              <a:gd name="connsiteX1" fmla="*/ 18125 w 26985"/>
              <a:gd name="connsiteY1" fmla="*/ 0 h 21600"/>
              <a:gd name="connsiteX2" fmla="*/ 26985 w 26985"/>
              <a:gd name="connsiteY2" fmla="*/ 10866 h 21600"/>
              <a:gd name="connsiteX3" fmla="*/ 18125 w 26985"/>
              <a:gd name="connsiteY3" fmla="*/ 21600 h 21600"/>
              <a:gd name="connsiteX4" fmla="*/ 3475 w 26985"/>
              <a:gd name="connsiteY4" fmla="*/ 21600 h 21600"/>
              <a:gd name="connsiteX5" fmla="*/ 0 w 26985"/>
              <a:gd name="connsiteY5" fmla="*/ 10800 h 21600"/>
              <a:gd name="connsiteX6" fmla="*/ 3475 w 26985"/>
              <a:gd name="connsiteY6" fmla="*/ 0 h 21600"/>
              <a:gd name="connsiteX0" fmla="*/ 3475 w 26986"/>
              <a:gd name="connsiteY0" fmla="*/ 0 h 21600"/>
              <a:gd name="connsiteX1" fmla="*/ 18125 w 26986"/>
              <a:gd name="connsiteY1" fmla="*/ 0 h 21600"/>
              <a:gd name="connsiteX2" fmla="*/ 26985 w 26986"/>
              <a:gd name="connsiteY2" fmla="*/ 10866 h 21600"/>
              <a:gd name="connsiteX3" fmla="*/ 18125 w 26986"/>
              <a:gd name="connsiteY3" fmla="*/ 21600 h 21600"/>
              <a:gd name="connsiteX4" fmla="*/ 3475 w 26986"/>
              <a:gd name="connsiteY4" fmla="*/ 21600 h 21600"/>
              <a:gd name="connsiteX5" fmla="*/ 0 w 26986"/>
              <a:gd name="connsiteY5" fmla="*/ 10800 h 21600"/>
              <a:gd name="connsiteX6" fmla="*/ 3475 w 26986"/>
              <a:gd name="connsiteY6" fmla="*/ 0 h 21600"/>
              <a:gd name="connsiteX0" fmla="*/ 7913 w 31424"/>
              <a:gd name="connsiteY0" fmla="*/ 0 h 21600"/>
              <a:gd name="connsiteX1" fmla="*/ 22563 w 31424"/>
              <a:gd name="connsiteY1" fmla="*/ 0 h 21600"/>
              <a:gd name="connsiteX2" fmla="*/ 31423 w 31424"/>
              <a:gd name="connsiteY2" fmla="*/ 10866 h 21600"/>
              <a:gd name="connsiteX3" fmla="*/ 22563 w 31424"/>
              <a:gd name="connsiteY3" fmla="*/ 21600 h 21600"/>
              <a:gd name="connsiteX4" fmla="*/ 7913 w 31424"/>
              <a:gd name="connsiteY4" fmla="*/ 21600 h 21600"/>
              <a:gd name="connsiteX5" fmla="*/ 0 w 31424"/>
              <a:gd name="connsiteY5" fmla="*/ 10602 h 21600"/>
              <a:gd name="connsiteX6" fmla="*/ 7913 w 31424"/>
              <a:gd name="connsiteY6" fmla="*/ 0 h 21600"/>
              <a:gd name="connsiteX0" fmla="*/ 7913 w 31424"/>
              <a:gd name="connsiteY0" fmla="*/ 0 h 21600"/>
              <a:gd name="connsiteX1" fmla="*/ 22563 w 31424"/>
              <a:gd name="connsiteY1" fmla="*/ 0 h 21600"/>
              <a:gd name="connsiteX2" fmla="*/ 31423 w 31424"/>
              <a:gd name="connsiteY2" fmla="*/ 10866 h 21600"/>
              <a:gd name="connsiteX3" fmla="*/ 22563 w 31424"/>
              <a:gd name="connsiteY3" fmla="*/ 21600 h 21600"/>
              <a:gd name="connsiteX4" fmla="*/ 7913 w 31424"/>
              <a:gd name="connsiteY4" fmla="*/ 21600 h 21600"/>
              <a:gd name="connsiteX5" fmla="*/ 0 w 31424"/>
              <a:gd name="connsiteY5" fmla="*/ 10602 h 21600"/>
              <a:gd name="connsiteX6" fmla="*/ 7913 w 31424"/>
              <a:gd name="connsiteY6" fmla="*/ 0 h 21600"/>
              <a:gd name="connsiteX0" fmla="*/ 8150 w 31661"/>
              <a:gd name="connsiteY0" fmla="*/ 0 h 21600"/>
              <a:gd name="connsiteX1" fmla="*/ 22800 w 31661"/>
              <a:gd name="connsiteY1" fmla="*/ 0 h 21600"/>
              <a:gd name="connsiteX2" fmla="*/ 31660 w 31661"/>
              <a:gd name="connsiteY2" fmla="*/ 10866 h 21600"/>
              <a:gd name="connsiteX3" fmla="*/ 22800 w 31661"/>
              <a:gd name="connsiteY3" fmla="*/ 21600 h 21600"/>
              <a:gd name="connsiteX4" fmla="*/ 8150 w 31661"/>
              <a:gd name="connsiteY4" fmla="*/ 21600 h 21600"/>
              <a:gd name="connsiteX5" fmla="*/ 0 w 31661"/>
              <a:gd name="connsiteY5" fmla="*/ 10931 h 21600"/>
              <a:gd name="connsiteX6" fmla="*/ 8150 w 31661"/>
              <a:gd name="connsiteY6" fmla="*/ 0 h 21600"/>
              <a:gd name="connsiteX0" fmla="*/ 8150 w 31720"/>
              <a:gd name="connsiteY0" fmla="*/ 0 h 21600"/>
              <a:gd name="connsiteX1" fmla="*/ 22800 w 31720"/>
              <a:gd name="connsiteY1" fmla="*/ 0 h 21600"/>
              <a:gd name="connsiteX2" fmla="*/ 31719 w 31720"/>
              <a:gd name="connsiteY2" fmla="*/ 11064 h 21600"/>
              <a:gd name="connsiteX3" fmla="*/ 22800 w 31720"/>
              <a:gd name="connsiteY3" fmla="*/ 21600 h 21600"/>
              <a:gd name="connsiteX4" fmla="*/ 8150 w 31720"/>
              <a:gd name="connsiteY4" fmla="*/ 21600 h 21600"/>
              <a:gd name="connsiteX5" fmla="*/ 0 w 31720"/>
              <a:gd name="connsiteY5" fmla="*/ 10931 h 21600"/>
              <a:gd name="connsiteX6" fmla="*/ 8150 w 31720"/>
              <a:gd name="connsiteY6" fmla="*/ 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20" h="21600">
                <a:moveTo>
                  <a:pt x="8150" y="0"/>
                </a:moveTo>
                <a:lnTo>
                  <a:pt x="22800" y="0"/>
                </a:lnTo>
                <a:cubicBezTo>
                  <a:pt x="24719" y="0"/>
                  <a:pt x="31601" y="2004"/>
                  <a:pt x="31719" y="11064"/>
                </a:cubicBezTo>
                <a:cubicBezTo>
                  <a:pt x="31837" y="20124"/>
                  <a:pt x="24719" y="21600"/>
                  <a:pt x="22800" y="21600"/>
                </a:cubicBezTo>
                <a:lnTo>
                  <a:pt x="8150" y="21600"/>
                </a:lnTo>
                <a:cubicBezTo>
                  <a:pt x="6231" y="21600"/>
                  <a:pt x="0" y="18872"/>
                  <a:pt x="0" y="10931"/>
                </a:cubicBezTo>
                <a:cubicBezTo>
                  <a:pt x="0" y="2990"/>
                  <a:pt x="6231" y="0"/>
                  <a:pt x="8150" y="0"/>
                </a:cubicBezTo>
                <a:close/>
              </a:path>
            </a:pathLst>
          </a:custGeom>
          <a:solidFill>
            <a:srgbClr val="E2DDBF"/>
          </a:solidFill>
          <a:ln w="127000">
            <a:solidFill>
              <a:srgbClr val="1020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F4FB38CF-CADD-422F-8CBB-961E06E941A6}"/>
              </a:ext>
            </a:extLst>
          </p:cNvPr>
          <p:cNvCxnSpPr>
            <a:cxnSpLocks/>
          </p:cNvCxnSpPr>
          <p:nvPr/>
        </p:nvCxnSpPr>
        <p:spPr>
          <a:xfrm>
            <a:off x="6292850" y="2451100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8B46ABC-2118-48DA-8856-F4B6DAA2358F}"/>
              </a:ext>
            </a:extLst>
          </p:cNvPr>
          <p:cNvCxnSpPr>
            <a:cxnSpLocks/>
          </p:cNvCxnSpPr>
          <p:nvPr/>
        </p:nvCxnSpPr>
        <p:spPr>
          <a:xfrm>
            <a:off x="6292850" y="2206625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6B075B2-3BED-42EC-808E-F6E2B70C2B53}"/>
              </a:ext>
            </a:extLst>
          </p:cNvPr>
          <p:cNvCxnSpPr>
            <a:cxnSpLocks/>
          </p:cNvCxnSpPr>
          <p:nvPr/>
        </p:nvCxnSpPr>
        <p:spPr>
          <a:xfrm>
            <a:off x="6292850" y="1958975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Bogen 13">
            <a:extLst>
              <a:ext uri="{FF2B5EF4-FFF2-40B4-BE49-F238E27FC236}">
                <a16:creationId xmlns:a16="http://schemas.microsoft.com/office/drawing/2014/main" id="{802C9C0E-D6FE-4C6F-ADA3-D2240C40C8FF}"/>
              </a:ext>
            </a:extLst>
          </p:cNvPr>
          <p:cNvSpPr/>
          <p:nvPr/>
        </p:nvSpPr>
        <p:spPr>
          <a:xfrm>
            <a:off x="5270501" y="1597025"/>
            <a:ext cx="1654174" cy="1860550"/>
          </a:xfrm>
          <a:prstGeom prst="arc">
            <a:avLst>
              <a:gd name="adj1" fmla="val 1651"/>
              <a:gd name="adj2" fmla="val 10793953"/>
            </a:avLst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F39E4447-179D-4835-8A70-BE3DE29D9AB4}"/>
              </a:ext>
            </a:extLst>
          </p:cNvPr>
          <p:cNvCxnSpPr>
            <a:cxnSpLocks/>
          </p:cNvCxnSpPr>
          <p:nvPr/>
        </p:nvCxnSpPr>
        <p:spPr>
          <a:xfrm>
            <a:off x="6096000" y="3162300"/>
            <a:ext cx="0" cy="720725"/>
          </a:xfrm>
          <a:prstGeom prst="line">
            <a:avLst/>
          </a:prstGeom>
          <a:ln w="127000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ussdiagramm: Grenzstelle 19">
            <a:extLst>
              <a:ext uri="{FF2B5EF4-FFF2-40B4-BE49-F238E27FC236}">
                <a16:creationId xmlns:a16="http://schemas.microsoft.com/office/drawing/2014/main" id="{BDB3F627-60D8-412F-84BC-2FEDFA54F63F}"/>
              </a:ext>
            </a:extLst>
          </p:cNvPr>
          <p:cNvSpPr/>
          <p:nvPr/>
        </p:nvSpPr>
        <p:spPr>
          <a:xfrm>
            <a:off x="5535612" y="3773487"/>
            <a:ext cx="1122363" cy="230188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3475 w 21600"/>
              <a:gd name="connsiteY3" fmla="*/ 21600 h 21600"/>
              <a:gd name="connsiteX4" fmla="*/ 0 w 21600"/>
              <a:gd name="connsiteY4" fmla="*/ 10800 h 21600"/>
              <a:gd name="connsiteX5" fmla="*/ 3475 w 21600"/>
              <a:gd name="connsiteY5" fmla="*/ 0 h 21600"/>
              <a:gd name="connsiteX0" fmla="*/ 3475 w 21600"/>
              <a:gd name="connsiteY0" fmla="*/ 0 h 12150"/>
              <a:gd name="connsiteX1" fmla="*/ 18125 w 21600"/>
              <a:gd name="connsiteY1" fmla="*/ 0 h 12150"/>
              <a:gd name="connsiteX2" fmla="*/ 21600 w 21600"/>
              <a:gd name="connsiteY2" fmla="*/ 10800 h 12150"/>
              <a:gd name="connsiteX3" fmla="*/ 0 w 21600"/>
              <a:gd name="connsiteY3" fmla="*/ 10800 h 12150"/>
              <a:gd name="connsiteX4" fmla="*/ 3475 w 21600"/>
              <a:gd name="connsiteY4" fmla="*/ 0 h 12150"/>
              <a:gd name="connsiteX0" fmla="*/ 3475 w 21600"/>
              <a:gd name="connsiteY0" fmla="*/ 0 h 11628"/>
              <a:gd name="connsiteX1" fmla="*/ 18125 w 21600"/>
              <a:gd name="connsiteY1" fmla="*/ 0 h 11628"/>
              <a:gd name="connsiteX2" fmla="*/ 21600 w 21600"/>
              <a:gd name="connsiteY2" fmla="*/ 10800 h 11628"/>
              <a:gd name="connsiteX3" fmla="*/ 0 w 21600"/>
              <a:gd name="connsiteY3" fmla="*/ 10800 h 11628"/>
              <a:gd name="connsiteX4" fmla="*/ 3475 w 21600"/>
              <a:gd name="connsiteY4" fmla="*/ 0 h 11628"/>
              <a:gd name="connsiteX0" fmla="*/ 3475 w 21600"/>
              <a:gd name="connsiteY0" fmla="*/ 0 h 10838"/>
              <a:gd name="connsiteX1" fmla="*/ 18125 w 21600"/>
              <a:gd name="connsiteY1" fmla="*/ 0 h 10838"/>
              <a:gd name="connsiteX2" fmla="*/ 21600 w 21600"/>
              <a:gd name="connsiteY2" fmla="*/ 10800 h 10838"/>
              <a:gd name="connsiteX3" fmla="*/ 0 w 21600"/>
              <a:gd name="connsiteY3" fmla="*/ 10800 h 10838"/>
              <a:gd name="connsiteX4" fmla="*/ 3475 w 21600"/>
              <a:gd name="connsiteY4" fmla="*/ 0 h 10838"/>
              <a:gd name="connsiteX0" fmla="*/ 3475 w 21600"/>
              <a:gd name="connsiteY0" fmla="*/ 0 h 10800"/>
              <a:gd name="connsiteX1" fmla="*/ 18125 w 21600"/>
              <a:gd name="connsiteY1" fmla="*/ 0 h 10800"/>
              <a:gd name="connsiteX2" fmla="*/ 21600 w 21600"/>
              <a:gd name="connsiteY2" fmla="*/ 10800 h 10800"/>
              <a:gd name="connsiteX3" fmla="*/ 0 w 21600"/>
              <a:gd name="connsiteY3" fmla="*/ 10800 h 10800"/>
              <a:gd name="connsiteX4" fmla="*/ 3475 w 21600"/>
              <a:gd name="connsiteY4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10800">
                <a:moveTo>
                  <a:pt x="3475" y="0"/>
                </a:moveTo>
                <a:lnTo>
                  <a:pt x="18125" y="0"/>
                </a:lnTo>
                <a:cubicBezTo>
                  <a:pt x="20044" y="0"/>
                  <a:pt x="21507" y="5288"/>
                  <a:pt x="21600" y="10800"/>
                </a:cubicBezTo>
                <a:lnTo>
                  <a:pt x="0" y="10800"/>
                </a:lnTo>
                <a:cubicBezTo>
                  <a:pt x="0" y="4835"/>
                  <a:pt x="1556" y="0"/>
                  <a:pt x="3475" y="0"/>
                </a:cubicBezTo>
                <a:close/>
              </a:path>
            </a:pathLst>
          </a:custGeom>
          <a:solidFill>
            <a:srgbClr val="1020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2BE4F12-D3F5-444A-80C0-CED7C438D3D0}"/>
              </a:ext>
            </a:extLst>
          </p:cNvPr>
          <p:cNvCxnSpPr>
            <a:cxnSpLocks/>
          </p:cNvCxnSpPr>
          <p:nvPr/>
        </p:nvCxnSpPr>
        <p:spPr>
          <a:xfrm>
            <a:off x="5651500" y="1958975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C643247-8338-4B47-9719-9B7642E5A29C}"/>
              </a:ext>
            </a:extLst>
          </p:cNvPr>
          <p:cNvCxnSpPr>
            <a:cxnSpLocks/>
          </p:cNvCxnSpPr>
          <p:nvPr/>
        </p:nvCxnSpPr>
        <p:spPr>
          <a:xfrm>
            <a:off x="5651500" y="2206625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D0BBF415-6F7B-41F0-AC2C-04654E25E021}"/>
              </a:ext>
            </a:extLst>
          </p:cNvPr>
          <p:cNvCxnSpPr>
            <a:cxnSpLocks/>
          </p:cNvCxnSpPr>
          <p:nvPr/>
        </p:nvCxnSpPr>
        <p:spPr>
          <a:xfrm>
            <a:off x="5651500" y="2451100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387893CC-A09A-4157-A278-B54CB42351C5}"/>
              </a:ext>
            </a:extLst>
          </p:cNvPr>
          <p:cNvGrpSpPr/>
          <p:nvPr/>
        </p:nvGrpSpPr>
        <p:grpSpPr>
          <a:xfrm>
            <a:off x="3499000" y="1013067"/>
            <a:ext cx="1507864" cy="1960098"/>
            <a:chOff x="3479950" y="1013067"/>
            <a:chExt cx="1507864" cy="1960098"/>
          </a:xfrm>
        </p:grpSpPr>
        <p:sp>
          <p:nvSpPr>
            <p:cNvPr id="18" name="Bogen 17">
              <a:extLst>
                <a:ext uri="{FF2B5EF4-FFF2-40B4-BE49-F238E27FC236}">
                  <a16:creationId xmlns:a16="http://schemas.microsoft.com/office/drawing/2014/main" id="{E0FFEF46-06F6-44F6-94B4-3ED2600FE3A6}"/>
                </a:ext>
              </a:extLst>
            </p:cNvPr>
            <p:cNvSpPr/>
            <p:nvPr/>
          </p:nvSpPr>
          <p:spPr>
            <a:xfrm rot="5400000">
              <a:off x="3750521" y="1684923"/>
              <a:ext cx="831273" cy="616387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Bogen 18">
              <a:extLst>
                <a:ext uri="{FF2B5EF4-FFF2-40B4-BE49-F238E27FC236}">
                  <a16:creationId xmlns:a16="http://schemas.microsoft.com/office/drawing/2014/main" id="{34B9EC08-0F85-4848-9E75-570DAB2C4B78}"/>
                </a:ext>
              </a:extLst>
            </p:cNvPr>
            <p:cNvSpPr/>
            <p:nvPr/>
          </p:nvSpPr>
          <p:spPr>
            <a:xfrm rot="5400000">
              <a:off x="3562497" y="1496767"/>
              <a:ext cx="1338773" cy="992698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Bogen 25">
              <a:extLst>
                <a:ext uri="{FF2B5EF4-FFF2-40B4-BE49-F238E27FC236}">
                  <a16:creationId xmlns:a16="http://schemas.microsoft.com/office/drawing/2014/main" id="{24614AAE-3EAD-4D0B-99C9-1C376BEF48A1}"/>
                </a:ext>
              </a:extLst>
            </p:cNvPr>
            <p:cNvSpPr/>
            <p:nvPr/>
          </p:nvSpPr>
          <p:spPr>
            <a:xfrm rot="5400000">
              <a:off x="3253833" y="1239184"/>
              <a:ext cx="1960098" cy="1507864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2BBC8D6-1DF4-4DB1-8549-E9FBC68D8103}"/>
              </a:ext>
            </a:extLst>
          </p:cNvPr>
          <p:cNvGrpSpPr/>
          <p:nvPr/>
        </p:nvGrpSpPr>
        <p:grpSpPr>
          <a:xfrm rot="10800000">
            <a:off x="7191486" y="1013214"/>
            <a:ext cx="1507864" cy="1960098"/>
            <a:chOff x="6397069" y="1077725"/>
            <a:chExt cx="1507864" cy="1960098"/>
          </a:xfrm>
        </p:grpSpPr>
        <p:sp>
          <p:nvSpPr>
            <p:cNvPr id="27" name="Bogen 26">
              <a:extLst>
                <a:ext uri="{FF2B5EF4-FFF2-40B4-BE49-F238E27FC236}">
                  <a16:creationId xmlns:a16="http://schemas.microsoft.com/office/drawing/2014/main" id="{F67B39F7-21CF-4047-9C1A-2DD0D8D2B98E}"/>
                </a:ext>
              </a:extLst>
            </p:cNvPr>
            <p:cNvSpPr/>
            <p:nvPr/>
          </p:nvSpPr>
          <p:spPr>
            <a:xfrm rot="5400000">
              <a:off x="6667640" y="1749581"/>
              <a:ext cx="831273" cy="616387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Bogen 27">
              <a:extLst>
                <a:ext uri="{FF2B5EF4-FFF2-40B4-BE49-F238E27FC236}">
                  <a16:creationId xmlns:a16="http://schemas.microsoft.com/office/drawing/2014/main" id="{0AF01B2F-7222-4F90-8798-77D7A8716EDA}"/>
                </a:ext>
              </a:extLst>
            </p:cNvPr>
            <p:cNvSpPr/>
            <p:nvPr/>
          </p:nvSpPr>
          <p:spPr>
            <a:xfrm rot="5400000">
              <a:off x="6479616" y="1561425"/>
              <a:ext cx="1338773" cy="992698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Bogen 28">
              <a:extLst>
                <a:ext uri="{FF2B5EF4-FFF2-40B4-BE49-F238E27FC236}">
                  <a16:creationId xmlns:a16="http://schemas.microsoft.com/office/drawing/2014/main" id="{597A51FA-B651-48BA-83EB-BA708A3C482A}"/>
                </a:ext>
              </a:extLst>
            </p:cNvPr>
            <p:cNvSpPr/>
            <p:nvPr/>
          </p:nvSpPr>
          <p:spPr>
            <a:xfrm rot="5400000">
              <a:off x="6170952" y="1303842"/>
              <a:ext cx="1960098" cy="1507864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497303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7F0B2E8-BA70-40B9-B58A-AB36EA202F96}"/>
              </a:ext>
            </a:extLst>
          </p:cNvPr>
          <p:cNvGrpSpPr/>
          <p:nvPr/>
        </p:nvGrpSpPr>
        <p:grpSpPr>
          <a:xfrm>
            <a:off x="5155084" y="843205"/>
            <a:ext cx="4386094" cy="3260978"/>
            <a:chOff x="976784" y="2227505"/>
            <a:chExt cx="4386094" cy="3260978"/>
          </a:xfrm>
        </p:grpSpPr>
        <p:sp>
          <p:nvSpPr>
            <p:cNvPr id="23" name="Flussdiagramm: Anzeige 1">
              <a:extLst>
                <a:ext uri="{FF2B5EF4-FFF2-40B4-BE49-F238E27FC236}">
                  <a16:creationId xmlns:a16="http://schemas.microsoft.com/office/drawing/2014/main" id="{D38FE9D1-0E9A-4DF9-B984-52E18D132D0B}"/>
                </a:ext>
              </a:extLst>
            </p:cNvPr>
            <p:cNvSpPr/>
            <p:nvPr/>
          </p:nvSpPr>
          <p:spPr>
            <a:xfrm rot="16200000">
              <a:off x="1549735" y="1675341"/>
              <a:ext cx="3240191" cy="4386094"/>
            </a:xfrm>
            <a:custGeom>
              <a:avLst/>
              <a:gdLst>
                <a:gd name="connsiteX0" fmla="*/ 0 w 10000"/>
                <a:gd name="connsiteY0" fmla="*/ 5000 h 10000"/>
                <a:gd name="connsiteX1" fmla="*/ 1667 w 10000"/>
                <a:gd name="connsiteY1" fmla="*/ 0 h 10000"/>
                <a:gd name="connsiteX2" fmla="*/ 8333 w 10000"/>
                <a:gd name="connsiteY2" fmla="*/ 0 h 10000"/>
                <a:gd name="connsiteX3" fmla="*/ 10000 w 10000"/>
                <a:gd name="connsiteY3" fmla="*/ 5000 h 10000"/>
                <a:gd name="connsiteX4" fmla="*/ 8333 w 10000"/>
                <a:gd name="connsiteY4" fmla="*/ 10000 h 10000"/>
                <a:gd name="connsiteX5" fmla="*/ 1667 w 10000"/>
                <a:gd name="connsiteY5" fmla="*/ 10000 h 10000"/>
                <a:gd name="connsiteX6" fmla="*/ 0 w 10000"/>
                <a:gd name="connsiteY6" fmla="*/ 5000 h 10000"/>
                <a:gd name="connsiteX0" fmla="*/ 0 w 9025"/>
                <a:gd name="connsiteY0" fmla="*/ 5000 h 10000"/>
                <a:gd name="connsiteX1" fmla="*/ 1667 w 9025"/>
                <a:gd name="connsiteY1" fmla="*/ 0 h 10000"/>
                <a:gd name="connsiteX2" fmla="*/ 8333 w 9025"/>
                <a:gd name="connsiteY2" fmla="*/ 0 h 10000"/>
                <a:gd name="connsiteX3" fmla="*/ 8991 w 9025"/>
                <a:gd name="connsiteY3" fmla="*/ 4975 h 10000"/>
                <a:gd name="connsiteX4" fmla="*/ 8333 w 9025"/>
                <a:gd name="connsiteY4" fmla="*/ 10000 h 10000"/>
                <a:gd name="connsiteX5" fmla="*/ 1667 w 9025"/>
                <a:gd name="connsiteY5" fmla="*/ 10000 h 10000"/>
                <a:gd name="connsiteX6" fmla="*/ 0 w 9025"/>
                <a:gd name="connsiteY6" fmla="*/ 5000 h 10000"/>
                <a:gd name="connsiteX0" fmla="*/ 0 w 10251"/>
                <a:gd name="connsiteY0" fmla="*/ 5355 h 10355"/>
                <a:gd name="connsiteX1" fmla="*/ 1847 w 10251"/>
                <a:gd name="connsiteY1" fmla="*/ 355 h 10355"/>
                <a:gd name="connsiteX2" fmla="*/ 9693 w 10251"/>
                <a:gd name="connsiteY2" fmla="*/ 0 h 10355"/>
                <a:gd name="connsiteX3" fmla="*/ 9962 w 10251"/>
                <a:gd name="connsiteY3" fmla="*/ 5330 h 10355"/>
                <a:gd name="connsiteX4" fmla="*/ 9233 w 10251"/>
                <a:gd name="connsiteY4" fmla="*/ 10355 h 10355"/>
                <a:gd name="connsiteX5" fmla="*/ 1847 w 10251"/>
                <a:gd name="connsiteY5" fmla="*/ 10355 h 10355"/>
                <a:gd name="connsiteX6" fmla="*/ 0 w 10251"/>
                <a:gd name="connsiteY6" fmla="*/ 5355 h 10355"/>
                <a:gd name="connsiteX0" fmla="*/ 0 w 10251"/>
                <a:gd name="connsiteY0" fmla="*/ 5355 h 10355"/>
                <a:gd name="connsiteX1" fmla="*/ 9693 w 10251"/>
                <a:gd name="connsiteY1" fmla="*/ 0 h 10355"/>
                <a:gd name="connsiteX2" fmla="*/ 9962 w 10251"/>
                <a:gd name="connsiteY2" fmla="*/ 5330 h 10355"/>
                <a:gd name="connsiteX3" fmla="*/ 9233 w 10251"/>
                <a:gd name="connsiteY3" fmla="*/ 10355 h 10355"/>
                <a:gd name="connsiteX4" fmla="*/ 1847 w 10251"/>
                <a:gd name="connsiteY4" fmla="*/ 10355 h 10355"/>
                <a:gd name="connsiteX5" fmla="*/ 0 w 10251"/>
                <a:gd name="connsiteY5" fmla="*/ 5355 h 10355"/>
                <a:gd name="connsiteX0" fmla="*/ 0 w 10251"/>
                <a:gd name="connsiteY0" fmla="*/ 5355 h 10355"/>
                <a:gd name="connsiteX1" fmla="*/ 9693 w 10251"/>
                <a:gd name="connsiteY1" fmla="*/ 0 h 10355"/>
                <a:gd name="connsiteX2" fmla="*/ 9962 w 10251"/>
                <a:gd name="connsiteY2" fmla="*/ 5330 h 10355"/>
                <a:gd name="connsiteX3" fmla="*/ 9233 w 10251"/>
                <a:gd name="connsiteY3" fmla="*/ 10355 h 10355"/>
                <a:gd name="connsiteX4" fmla="*/ 0 w 10251"/>
                <a:gd name="connsiteY4" fmla="*/ 5355 h 10355"/>
                <a:gd name="connsiteX0" fmla="*/ 0 w 10666"/>
                <a:gd name="connsiteY0" fmla="*/ 5355 h 10355"/>
                <a:gd name="connsiteX1" fmla="*/ 9693 w 10666"/>
                <a:gd name="connsiteY1" fmla="*/ 0 h 10355"/>
                <a:gd name="connsiteX2" fmla="*/ 9233 w 10666"/>
                <a:gd name="connsiteY2" fmla="*/ 10355 h 10355"/>
                <a:gd name="connsiteX3" fmla="*/ 0 w 10666"/>
                <a:gd name="connsiteY3" fmla="*/ 5355 h 10355"/>
                <a:gd name="connsiteX0" fmla="*/ 0 w 10910"/>
                <a:gd name="connsiteY0" fmla="*/ 5355 h 10456"/>
                <a:gd name="connsiteX1" fmla="*/ 9693 w 10910"/>
                <a:gd name="connsiteY1" fmla="*/ 0 h 10456"/>
                <a:gd name="connsiteX2" fmla="*/ 9759 w 10910"/>
                <a:gd name="connsiteY2" fmla="*/ 10456 h 10456"/>
                <a:gd name="connsiteX3" fmla="*/ 0 w 10910"/>
                <a:gd name="connsiteY3" fmla="*/ 5355 h 10456"/>
                <a:gd name="connsiteX0" fmla="*/ 0 w 11042"/>
                <a:gd name="connsiteY0" fmla="*/ 5279 h 10456"/>
                <a:gd name="connsiteX1" fmla="*/ 9825 w 11042"/>
                <a:gd name="connsiteY1" fmla="*/ 0 h 10456"/>
                <a:gd name="connsiteX2" fmla="*/ 9891 w 11042"/>
                <a:gd name="connsiteY2" fmla="*/ 10456 h 10456"/>
                <a:gd name="connsiteX3" fmla="*/ 0 w 11042"/>
                <a:gd name="connsiteY3" fmla="*/ 5279 h 10456"/>
                <a:gd name="connsiteX0" fmla="*/ 0 w 11042"/>
                <a:gd name="connsiteY0" fmla="*/ 5279 h 10456"/>
                <a:gd name="connsiteX1" fmla="*/ 9825 w 11042"/>
                <a:gd name="connsiteY1" fmla="*/ 0 h 10456"/>
                <a:gd name="connsiteX2" fmla="*/ 9891 w 11042"/>
                <a:gd name="connsiteY2" fmla="*/ 10456 h 10456"/>
                <a:gd name="connsiteX3" fmla="*/ 0 w 11042"/>
                <a:gd name="connsiteY3" fmla="*/ 5279 h 10456"/>
                <a:gd name="connsiteX0" fmla="*/ 0 w 11042"/>
                <a:gd name="connsiteY0" fmla="*/ 5279 h 10456"/>
                <a:gd name="connsiteX1" fmla="*/ 9825 w 11042"/>
                <a:gd name="connsiteY1" fmla="*/ 0 h 10456"/>
                <a:gd name="connsiteX2" fmla="*/ 9891 w 11042"/>
                <a:gd name="connsiteY2" fmla="*/ 10456 h 10456"/>
                <a:gd name="connsiteX3" fmla="*/ 0 w 11042"/>
                <a:gd name="connsiteY3" fmla="*/ 5279 h 10456"/>
                <a:gd name="connsiteX0" fmla="*/ 0 w 11042"/>
                <a:gd name="connsiteY0" fmla="*/ 5279 h 10456"/>
                <a:gd name="connsiteX1" fmla="*/ 9825 w 11042"/>
                <a:gd name="connsiteY1" fmla="*/ 0 h 10456"/>
                <a:gd name="connsiteX2" fmla="*/ 9891 w 11042"/>
                <a:gd name="connsiteY2" fmla="*/ 10456 h 10456"/>
                <a:gd name="connsiteX3" fmla="*/ 0 w 11042"/>
                <a:gd name="connsiteY3" fmla="*/ 5279 h 10456"/>
                <a:gd name="connsiteX0" fmla="*/ 0 w 11042"/>
                <a:gd name="connsiteY0" fmla="*/ 5279 h 10456"/>
                <a:gd name="connsiteX1" fmla="*/ 9825 w 11042"/>
                <a:gd name="connsiteY1" fmla="*/ 0 h 10456"/>
                <a:gd name="connsiteX2" fmla="*/ 9891 w 11042"/>
                <a:gd name="connsiteY2" fmla="*/ 10456 h 10456"/>
                <a:gd name="connsiteX3" fmla="*/ 0 w 11042"/>
                <a:gd name="connsiteY3" fmla="*/ 5279 h 10456"/>
                <a:gd name="connsiteX0" fmla="*/ 0 w 10583"/>
                <a:gd name="connsiteY0" fmla="*/ 5279 h 10456"/>
                <a:gd name="connsiteX1" fmla="*/ 9825 w 10583"/>
                <a:gd name="connsiteY1" fmla="*/ 0 h 10456"/>
                <a:gd name="connsiteX2" fmla="*/ 9891 w 10583"/>
                <a:gd name="connsiteY2" fmla="*/ 10456 h 10456"/>
                <a:gd name="connsiteX3" fmla="*/ 0 w 10583"/>
                <a:gd name="connsiteY3" fmla="*/ 5279 h 10456"/>
                <a:gd name="connsiteX0" fmla="*/ 0 w 9891"/>
                <a:gd name="connsiteY0" fmla="*/ 5279 h 10456"/>
                <a:gd name="connsiteX1" fmla="*/ 9825 w 9891"/>
                <a:gd name="connsiteY1" fmla="*/ 0 h 10456"/>
                <a:gd name="connsiteX2" fmla="*/ 9891 w 9891"/>
                <a:gd name="connsiteY2" fmla="*/ 10456 h 10456"/>
                <a:gd name="connsiteX3" fmla="*/ 0 w 9891"/>
                <a:gd name="connsiteY3" fmla="*/ 5279 h 10456"/>
                <a:gd name="connsiteX0" fmla="*/ 0 w 10133"/>
                <a:gd name="connsiteY0" fmla="*/ 5049 h 10000"/>
                <a:gd name="connsiteX1" fmla="*/ 9933 w 10133"/>
                <a:gd name="connsiteY1" fmla="*/ 0 h 10000"/>
                <a:gd name="connsiteX2" fmla="*/ 10133 w 10133"/>
                <a:gd name="connsiteY2" fmla="*/ 10000 h 10000"/>
                <a:gd name="connsiteX3" fmla="*/ 0 w 10133"/>
                <a:gd name="connsiteY3" fmla="*/ 5049 h 10000"/>
                <a:gd name="connsiteX0" fmla="*/ 0 w 10199"/>
                <a:gd name="connsiteY0" fmla="*/ 5049 h 10000"/>
                <a:gd name="connsiteX1" fmla="*/ 10199 w 10199"/>
                <a:gd name="connsiteY1" fmla="*/ 0 h 10000"/>
                <a:gd name="connsiteX2" fmla="*/ 10133 w 10199"/>
                <a:gd name="connsiteY2" fmla="*/ 10000 h 10000"/>
                <a:gd name="connsiteX3" fmla="*/ 0 w 10199"/>
                <a:gd name="connsiteY3" fmla="*/ 5049 h 10000"/>
                <a:gd name="connsiteX0" fmla="*/ 0 w 10133"/>
                <a:gd name="connsiteY0" fmla="*/ 5049 h 10000"/>
                <a:gd name="connsiteX1" fmla="*/ 10066 w 10133"/>
                <a:gd name="connsiteY1" fmla="*/ 0 h 10000"/>
                <a:gd name="connsiteX2" fmla="*/ 10133 w 10133"/>
                <a:gd name="connsiteY2" fmla="*/ 10000 h 10000"/>
                <a:gd name="connsiteX3" fmla="*/ 0 w 10133"/>
                <a:gd name="connsiteY3" fmla="*/ 5049 h 10000"/>
                <a:gd name="connsiteX0" fmla="*/ 0 w 10166"/>
                <a:gd name="connsiteY0" fmla="*/ 5049 h 10000"/>
                <a:gd name="connsiteX1" fmla="*/ 10166 w 10166"/>
                <a:gd name="connsiteY1" fmla="*/ 0 h 10000"/>
                <a:gd name="connsiteX2" fmla="*/ 10133 w 10166"/>
                <a:gd name="connsiteY2" fmla="*/ 10000 h 10000"/>
                <a:gd name="connsiteX3" fmla="*/ 0 w 10166"/>
                <a:gd name="connsiteY3" fmla="*/ 5049 h 10000"/>
                <a:gd name="connsiteX0" fmla="*/ 0 w 10166"/>
                <a:gd name="connsiteY0" fmla="*/ 5049 h 10000"/>
                <a:gd name="connsiteX1" fmla="*/ 10166 w 10166"/>
                <a:gd name="connsiteY1" fmla="*/ 0 h 10000"/>
                <a:gd name="connsiteX2" fmla="*/ 10133 w 10166"/>
                <a:gd name="connsiteY2" fmla="*/ 10000 h 10000"/>
                <a:gd name="connsiteX3" fmla="*/ 0 w 10166"/>
                <a:gd name="connsiteY3" fmla="*/ 5049 h 10000"/>
                <a:gd name="connsiteX0" fmla="*/ 0 w 10166"/>
                <a:gd name="connsiteY0" fmla="*/ 5049 h 10000"/>
                <a:gd name="connsiteX1" fmla="*/ 10166 w 10166"/>
                <a:gd name="connsiteY1" fmla="*/ 0 h 10000"/>
                <a:gd name="connsiteX2" fmla="*/ 10133 w 10166"/>
                <a:gd name="connsiteY2" fmla="*/ 10000 h 10000"/>
                <a:gd name="connsiteX3" fmla="*/ 0 w 10166"/>
                <a:gd name="connsiteY3" fmla="*/ 5049 h 10000"/>
                <a:gd name="connsiteX0" fmla="*/ 0 w 10133"/>
                <a:gd name="connsiteY0" fmla="*/ 5049 h 10000"/>
                <a:gd name="connsiteX1" fmla="*/ 10133 w 10133"/>
                <a:gd name="connsiteY1" fmla="*/ 0 h 10000"/>
                <a:gd name="connsiteX2" fmla="*/ 10133 w 10133"/>
                <a:gd name="connsiteY2" fmla="*/ 10000 h 10000"/>
                <a:gd name="connsiteX3" fmla="*/ 0 w 10133"/>
                <a:gd name="connsiteY3" fmla="*/ 5049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33" h="10000">
                  <a:moveTo>
                    <a:pt x="0" y="5049"/>
                  </a:moveTo>
                  <a:cubicBezTo>
                    <a:pt x="784" y="1474"/>
                    <a:pt x="6590" y="59"/>
                    <a:pt x="10133" y="0"/>
                  </a:cubicBezTo>
                  <a:cubicBezTo>
                    <a:pt x="10093" y="1209"/>
                    <a:pt x="10136" y="8759"/>
                    <a:pt x="10133" y="10000"/>
                  </a:cubicBezTo>
                  <a:cubicBezTo>
                    <a:pt x="6434" y="9949"/>
                    <a:pt x="1005" y="8615"/>
                    <a:pt x="0" y="504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DAC68F59-CF66-4DB7-B92A-B6ED01609CB1}"/>
                </a:ext>
              </a:extLst>
            </p:cNvPr>
            <p:cNvSpPr txBox="1"/>
            <p:nvPr/>
          </p:nvSpPr>
          <p:spPr>
            <a:xfrm>
              <a:off x="1785596" y="2227505"/>
              <a:ext cx="292746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4400" dirty="0">
                  <a:latin typeface="Franklin Gothic Demi" panose="020B0703020102020204" pitchFamily="34" charset="0"/>
                </a:rPr>
                <a:t>SÜDSAL</a:t>
              </a:r>
              <a:r>
                <a:rPr lang="de-DE" sz="1400" dirty="0">
                  <a:latin typeface="Franklin Gothic Demi" panose="020B0703020102020204" pitchFamily="34" charset="0"/>
                </a:rPr>
                <a:t> </a:t>
              </a:r>
              <a:r>
                <a:rPr lang="de-DE" sz="4400" dirty="0">
                  <a:latin typeface="Franklin Gothic Demi" panose="020B0703020102020204" pitchFamily="34" charset="0"/>
                </a:rPr>
                <a:t>AT</a:t>
              </a: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45DF90A7-8B4E-4DBF-9760-215D726D7F42}"/>
                </a:ext>
              </a:extLst>
            </p:cNvPr>
            <p:cNvSpPr txBox="1"/>
            <p:nvPr/>
          </p:nvSpPr>
          <p:spPr>
            <a:xfrm rot="3466132">
              <a:off x="572645" y="3540937"/>
              <a:ext cx="303801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4400" dirty="0">
                  <a:latin typeface="Franklin Gothic Medium" panose="020B0603020102020204" pitchFamily="34" charset="0"/>
                </a:rPr>
                <a:t>P o d c a s t</a:t>
              </a: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E7F3FD5C-97BF-4745-8F4E-AA874E45FFB7}"/>
                </a:ext>
              </a:extLst>
            </p:cNvPr>
            <p:cNvSpPr txBox="1"/>
            <p:nvPr/>
          </p:nvSpPr>
          <p:spPr>
            <a:xfrm rot="18077504">
              <a:off x="2859282" y="3540936"/>
              <a:ext cx="290977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4400" dirty="0">
                  <a:latin typeface="Franklin Gothic Medium" panose="020B0603020102020204" pitchFamily="34" charset="0"/>
                </a:rPr>
                <a:t>M ä </a:t>
              </a:r>
              <a:r>
                <a:rPr lang="de-DE" sz="4400" dirty="0" err="1">
                  <a:latin typeface="Franklin Gothic Medium" panose="020B0603020102020204" pitchFamily="34" charset="0"/>
                </a:rPr>
                <a:t>ä</a:t>
              </a:r>
              <a:r>
                <a:rPr lang="de-DE" sz="4400" dirty="0">
                  <a:latin typeface="Franklin Gothic Medium" panose="020B0603020102020204" pitchFamily="34" charset="0"/>
                </a:rPr>
                <a:t> </a:t>
              </a:r>
              <a:r>
                <a:rPr lang="de-DE" sz="4400" dirty="0" err="1">
                  <a:latin typeface="Franklin Gothic Medium" panose="020B0603020102020204" pitchFamily="34" charset="0"/>
                </a:rPr>
                <a:t>ä</a:t>
              </a:r>
              <a:r>
                <a:rPr lang="de-DE" sz="4400" dirty="0">
                  <a:latin typeface="Franklin Gothic Medium" panose="020B0603020102020204" pitchFamily="34" charset="0"/>
                </a:rPr>
                <a:t> </a:t>
              </a:r>
              <a:r>
                <a:rPr lang="de-DE" sz="4400" dirty="0" err="1">
                  <a:latin typeface="Franklin Gothic Medium" panose="020B0603020102020204" pitchFamily="34" charset="0"/>
                </a:rPr>
                <a:t>ä</a:t>
              </a:r>
              <a:r>
                <a:rPr lang="de-DE" sz="4400" dirty="0">
                  <a:latin typeface="Franklin Gothic Medium" panose="020B0603020102020204" pitchFamily="34" charset="0"/>
                </a:rPr>
                <a:t> n</a:t>
              </a:r>
            </a:p>
          </p:txBody>
        </p:sp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94B112D8-CD7E-406B-94AE-7E5BC3209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7234" y="2564407"/>
              <a:ext cx="2180563" cy="2180563"/>
            </a:xfrm>
            <a:prstGeom prst="rect">
              <a:avLst/>
            </a:prstGeom>
          </p:spPr>
        </p:pic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36505EC2-F170-425D-ABE9-294CD61AC9C7}"/>
              </a:ext>
            </a:extLst>
          </p:cNvPr>
          <p:cNvGrpSpPr/>
          <p:nvPr/>
        </p:nvGrpSpPr>
        <p:grpSpPr>
          <a:xfrm>
            <a:off x="2940382" y="2908808"/>
            <a:ext cx="2475835" cy="1982330"/>
            <a:chOff x="976784" y="1999353"/>
            <a:chExt cx="4386094" cy="3511818"/>
          </a:xfrm>
        </p:grpSpPr>
        <p:sp>
          <p:nvSpPr>
            <p:cNvPr id="34" name="Flussdiagramm: Anzeige 1">
              <a:extLst>
                <a:ext uri="{FF2B5EF4-FFF2-40B4-BE49-F238E27FC236}">
                  <a16:creationId xmlns:a16="http://schemas.microsoft.com/office/drawing/2014/main" id="{595539A3-69D3-4C36-AC90-848FD24D812E}"/>
                </a:ext>
              </a:extLst>
            </p:cNvPr>
            <p:cNvSpPr/>
            <p:nvPr/>
          </p:nvSpPr>
          <p:spPr>
            <a:xfrm rot="16200000">
              <a:off x="1549735" y="1675341"/>
              <a:ext cx="3240191" cy="4386094"/>
            </a:xfrm>
            <a:custGeom>
              <a:avLst/>
              <a:gdLst>
                <a:gd name="connsiteX0" fmla="*/ 0 w 10000"/>
                <a:gd name="connsiteY0" fmla="*/ 5000 h 10000"/>
                <a:gd name="connsiteX1" fmla="*/ 1667 w 10000"/>
                <a:gd name="connsiteY1" fmla="*/ 0 h 10000"/>
                <a:gd name="connsiteX2" fmla="*/ 8333 w 10000"/>
                <a:gd name="connsiteY2" fmla="*/ 0 h 10000"/>
                <a:gd name="connsiteX3" fmla="*/ 10000 w 10000"/>
                <a:gd name="connsiteY3" fmla="*/ 5000 h 10000"/>
                <a:gd name="connsiteX4" fmla="*/ 8333 w 10000"/>
                <a:gd name="connsiteY4" fmla="*/ 10000 h 10000"/>
                <a:gd name="connsiteX5" fmla="*/ 1667 w 10000"/>
                <a:gd name="connsiteY5" fmla="*/ 10000 h 10000"/>
                <a:gd name="connsiteX6" fmla="*/ 0 w 10000"/>
                <a:gd name="connsiteY6" fmla="*/ 5000 h 10000"/>
                <a:gd name="connsiteX0" fmla="*/ 0 w 9025"/>
                <a:gd name="connsiteY0" fmla="*/ 5000 h 10000"/>
                <a:gd name="connsiteX1" fmla="*/ 1667 w 9025"/>
                <a:gd name="connsiteY1" fmla="*/ 0 h 10000"/>
                <a:gd name="connsiteX2" fmla="*/ 8333 w 9025"/>
                <a:gd name="connsiteY2" fmla="*/ 0 h 10000"/>
                <a:gd name="connsiteX3" fmla="*/ 8991 w 9025"/>
                <a:gd name="connsiteY3" fmla="*/ 4975 h 10000"/>
                <a:gd name="connsiteX4" fmla="*/ 8333 w 9025"/>
                <a:gd name="connsiteY4" fmla="*/ 10000 h 10000"/>
                <a:gd name="connsiteX5" fmla="*/ 1667 w 9025"/>
                <a:gd name="connsiteY5" fmla="*/ 10000 h 10000"/>
                <a:gd name="connsiteX6" fmla="*/ 0 w 9025"/>
                <a:gd name="connsiteY6" fmla="*/ 5000 h 10000"/>
                <a:gd name="connsiteX0" fmla="*/ 0 w 10251"/>
                <a:gd name="connsiteY0" fmla="*/ 5355 h 10355"/>
                <a:gd name="connsiteX1" fmla="*/ 1847 w 10251"/>
                <a:gd name="connsiteY1" fmla="*/ 355 h 10355"/>
                <a:gd name="connsiteX2" fmla="*/ 9693 w 10251"/>
                <a:gd name="connsiteY2" fmla="*/ 0 h 10355"/>
                <a:gd name="connsiteX3" fmla="*/ 9962 w 10251"/>
                <a:gd name="connsiteY3" fmla="*/ 5330 h 10355"/>
                <a:gd name="connsiteX4" fmla="*/ 9233 w 10251"/>
                <a:gd name="connsiteY4" fmla="*/ 10355 h 10355"/>
                <a:gd name="connsiteX5" fmla="*/ 1847 w 10251"/>
                <a:gd name="connsiteY5" fmla="*/ 10355 h 10355"/>
                <a:gd name="connsiteX6" fmla="*/ 0 w 10251"/>
                <a:gd name="connsiteY6" fmla="*/ 5355 h 10355"/>
                <a:gd name="connsiteX0" fmla="*/ 0 w 10251"/>
                <a:gd name="connsiteY0" fmla="*/ 5355 h 10355"/>
                <a:gd name="connsiteX1" fmla="*/ 9693 w 10251"/>
                <a:gd name="connsiteY1" fmla="*/ 0 h 10355"/>
                <a:gd name="connsiteX2" fmla="*/ 9962 w 10251"/>
                <a:gd name="connsiteY2" fmla="*/ 5330 h 10355"/>
                <a:gd name="connsiteX3" fmla="*/ 9233 w 10251"/>
                <a:gd name="connsiteY3" fmla="*/ 10355 h 10355"/>
                <a:gd name="connsiteX4" fmla="*/ 1847 w 10251"/>
                <a:gd name="connsiteY4" fmla="*/ 10355 h 10355"/>
                <a:gd name="connsiteX5" fmla="*/ 0 w 10251"/>
                <a:gd name="connsiteY5" fmla="*/ 5355 h 10355"/>
                <a:gd name="connsiteX0" fmla="*/ 0 w 10251"/>
                <a:gd name="connsiteY0" fmla="*/ 5355 h 10355"/>
                <a:gd name="connsiteX1" fmla="*/ 9693 w 10251"/>
                <a:gd name="connsiteY1" fmla="*/ 0 h 10355"/>
                <a:gd name="connsiteX2" fmla="*/ 9962 w 10251"/>
                <a:gd name="connsiteY2" fmla="*/ 5330 h 10355"/>
                <a:gd name="connsiteX3" fmla="*/ 9233 w 10251"/>
                <a:gd name="connsiteY3" fmla="*/ 10355 h 10355"/>
                <a:gd name="connsiteX4" fmla="*/ 0 w 10251"/>
                <a:gd name="connsiteY4" fmla="*/ 5355 h 10355"/>
                <a:gd name="connsiteX0" fmla="*/ 0 w 10666"/>
                <a:gd name="connsiteY0" fmla="*/ 5355 h 10355"/>
                <a:gd name="connsiteX1" fmla="*/ 9693 w 10666"/>
                <a:gd name="connsiteY1" fmla="*/ 0 h 10355"/>
                <a:gd name="connsiteX2" fmla="*/ 9233 w 10666"/>
                <a:gd name="connsiteY2" fmla="*/ 10355 h 10355"/>
                <a:gd name="connsiteX3" fmla="*/ 0 w 10666"/>
                <a:gd name="connsiteY3" fmla="*/ 5355 h 10355"/>
                <a:gd name="connsiteX0" fmla="*/ 0 w 10910"/>
                <a:gd name="connsiteY0" fmla="*/ 5355 h 10456"/>
                <a:gd name="connsiteX1" fmla="*/ 9693 w 10910"/>
                <a:gd name="connsiteY1" fmla="*/ 0 h 10456"/>
                <a:gd name="connsiteX2" fmla="*/ 9759 w 10910"/>
                <a:gd name="connsiteY2" fmla="*/ 10456 h 10456"/>
                <a:gd name="connsiteX3" fmla="*/ 0 w 10910"/>
                <a:gd name="connsiteY3" fmla="*/ 5355 h 10456"/>
                <a:gd name="connsiteX0" fmla="*/ 0 w 11042"/>
                <a:gd name="connsiteY0" fmla="*/ 5279 h 10456"/>
                <a:gd name="connsiteX1" fmla="*/ 9825 w 11042"/>
                <a:gd name="connsiteY1" fmla="*/ 0 h 10456"/>
                <a:gd name="connsiteX2" fmla="*/ 9891 w 11042"/>
                <a:gd name="connsiteY2" fmla="*/ 10456 h 10456"/>
                <a:gd name="connsiteX3" fmla="*/ 0 w 11042"/>
                <a:gd name="connsiteY3" fmla="*/ 5279 h 10456"/>
                <a:gd name="connsiteX0" fmla="*/ 0 w 11042"/>
                <a:gd name="connsiteY0" fmla="*/ 5279 h 10456"/>
                <a:gd name="connsiteX1" fmla="*/ 9825 w 11042"/>
                <a:gd name="connsiteY1" fmla="*/ 0 h 10456"/>
                <a:gd name="connsiteX2" fmla="*/ 9891 w 11042"/>
                <a:gd name="connsiteY2" fmla="*/ 10456 h 10456"/>
                <a:gd name="connsiteX3" fmla="*/ 0 w 11042"/>
                <a:gd name="connsiteY3" fmla="*/ 5279 h 10456"/>
                <a:gd name="connsiteX0" fmla="*/ 0 w 11042"/>
                <a:gd name="connsiteY0" fmla="*/ 5279 h 10456"/>
                <a:gd name="connsiteX1" fmla="*/ 9825 w 11042"/>
                <a:gd name="connsiteY1" fmla="*/ 0 h 10456"/>
                <a:gd name="connsiteX2" fmla="*/ 9891 w 11042"/>
                <a:gd name="connsiteY2" fmla="*/ 10456 h 10456"/>
                <a:gd name="connsiteX3" fmla="*/ 0 w 11042"/>
                <a:gd name="connsiteY3" fmla="*/ 5279 h 10456"/>
                <a:gd name="connsiteX0" fmla="*/ 0 w 11042"/>
                <a:gd name="connsiteY0" fmla="*/ 5279 h 10456"/>
                <a:gd name="connsiteX1" fmla="*/ 9825 w 11042"/>
                <a:gd name="connsiteY1" fmla="*/ 0 h 10456"/>
                <a:gd name="connsiteX2" fmla="*/ 9891 w 11042"/>
                <a:gd name="connsiteY2" fmla="*/ 10456 h 10456"/>
                <a:gd name="connsiteX3" fmla="*/ 0 w 11042"/>
                <a:gd name="connsiteY3" fmla="*/ 5279 h 10456"/>
                <a:gd name="connsiteX0" fmla="*/ 0 w 11042"/>
                <a:gd name="connsiteY0" fmla="*/ 5279 h 10456"/>
                <a:gd name="connsiteX1" fmla="*/ 9825 w 11042"/>
                <a:gd name="connsiteY1" fmla="*/ 0 h 10456"/>
                <a:gd name="connsiteX2" fmla="*/ 9891 w 11042"/>
                <a:gd name="connsiteY2" fmla="*/ 10456 h 10456"/>
                <a:gd name="connsiteX3" fmla="*/ 0 w 11042"/>
                <a:gd name="connsiteY3" fmla="*/ 5279 h 10456"/>
                <a:gd name="connsiteX0" fmla="*/ 0 w 10583"/>
                <a:gd name="connsiteY0" fmla="*/ 5279 h 10456"/>
                <a:gd name="connsiteX1" fmla="*/ 9825 w 10583"/>
                <a:gd name="connsiteY1" fmla="*/ 0 h 10456"/>
                <a:gd name="connsiteX2" fmla="*/ 9891 w 10583"/>
                <a:gd name="connsiteY2" fmla="*/ 10456 h 10456"/>
                <a:gd name="connsiteX3" fmla="*/ 0 w 10583"/>
                <a:gd name="connsiteY3" fmla="*/ 5279 h 10456"/>
                <a:gd name="connsiteX0" fmla="*/ 0 w 9891"/>
                <a:gd name="connsiteY0" fmla="*/ 5279 h 10456"/>
                <a:gd name="connsiteX1" fmla="*/ 9825 w 9891"/>
                <a:gd name="connsiteY1" fmla="*/ 0 h 10456"/>
                <a:gd name="connsiteX2" fmla="*/ 9891 w 9891"/>
                <a:gd name="connsiteY2" fmla="*/ 10456 h 10456"/>
                <a:gd name="connsiteX3" fmla="*/ 0 w 9891"/>
                <a:gd name="connsiteY3" fmla="*/ 5279 h 10456"/>
                <a:gd name="connsiteX0" fmla="*/ 0 w 10133"/>
                <a:gd name="connsiteY0" fmla="*/ 5049 h 10000"/>
                <a:gd name="connsiteX1" fmla="*/ 9933 w 10133"/>
                <a:gd name="connsiteY1" fmla="*/ 0 h 10000"/>
                <a:gd name="connsiteX2" fmla="*/ 10133 w 10133"/>
                <a:gd name="connsiteY2" fmla="*/ 10000 h 10000"/>
                <a:gd name="connsiteX3" fmla="*/ 0 w 10133"/>
                <a:gd name="connsiteY3" fmla="*/ 5049 h 10000"/>
                <a:gd name="connsiteX0" fmla="*/ 0 w 10199"/>
                <a:gd name="connsiteY0" fmla="*/ 5049 h 10000"/>
                <a:gd name="connsiteX1" fmla="*/ 10199 w 10199"/>
                <a:gd name="connsiteY1" fmla="*/ 0 h 10000"/>
                <a:gd name="connsiteX2" fmla="*/ 10133 w 10199"/>
                <a:gd name="connsiteY2" fmla="*/ 10000 h 10000"/>
                <a:gd name="connsiteX3" fmla="*/ 0 w 10199"/>
                <a:gd name="connsiteY3" fmla="*/ 5049 h 10000"/>
                <a:gd name="connsiteX0" fmla="*/ 0 w 10133"/>
                <a:gd name="connsiteY0" fmla="*/ 5049 h 10000"/>
                <a:gd name="connsiteX1" fmla="*/ 10066 w 10133"/>
                <a:gd name="connsiteY1" fmla="*/ 0 h 10000"/>
                <a:gd name="connsiteX2" fmla="*/ 10133 w 10133"/>
                <a:gd name="connsiteY2" fmla="*/ 10000 h 10000"/>
                <a:gd name="connsiteX3" fmla="*/ 0 w 10133"/>
                <a:gd name="connsiteY3" fmla="*/ 5049 h 10000"/>
                <a:gd name="connsiteX0" fmla="*/ 0 w 10166"/>
                <a:gd name="connsiteY0" fmla="*/ 5049 h 10000"/>
                <a:gd name="connsiteX1" fmla="*/ 10166 w 10166"/>
                <a:gd name="connsiteY1" fmla="*/ 0 h 10000"/>
                <a:gd name="connsiteX2" fmla="*/ 10133 w 10166"/>
                <a:gd name="connsiteY2" fmla="*/ 10000 h 10000"/>
                <a:gd name="connsiteX3" fmla="*/ 0 w 10166"/>
                <a:gd name="connsiteY3" fmla="*/ 5049 h 10000"/>
                <a:gd name="connsiteX0" fmla="*/ 0 w 10166"/>
                <a:gd name="connsiteY0" fmla="*/ 5049 h 10000"/>
                <a:gd name="connsiteX1" fmla="*/ 10166 w 10166"/>
                <a:gd name="connsiteY1" fmla="*/ 0 h 10000"/>
                <a:gd name="connsiteX2" fmla="*/ 10133 w 10166"/>
                <a:gd name="connsiteY2" fmla="*/ 10000 h 10000"/>
                <a:gd name="connsiteX3" fmla="*/ 0 w 10166"/>
                <a:gd name="connsiteY3" fmla="*/ 5049 h 10000"/>
                <a:gd name="connsiteX0" fmla="*/ 0 w 10166"/>
                <a:gd name="connsiteY0" fmla="*/ 5049 h 10000"/>
                <a:gd name="connsiteX1" fmla="*/ 10166 w 10166"/>
                <a:gd name="connsiteY1" fmla="*/ 0 h 10000"/>
                <a:gd name="connsiteX2" fmla="*/ 10133 w 10166"/>
                <a:gd name="connsiteY2" fmla="*/ 10000 h 10000"/>
                <a:gd name="connsiteX3" fmla="*/ 0 w 10166"/>
                <a:gd name="connsiteY3" fmla="*/ 5049 h 10000"/>
                <a:gd name="connsiteX0" fmla="*/ 0 w 10133"/>
                <a:gd name="connsiteY0" fmla="*/ 5049 h 10000"/>
                <a:gd name="connsiteX1" fmla="*/ 10133 w 10133"/>
                <a:gd name="connsiteY1" fmla="*/ 0 h 10000"/>
                <a:gd name="connsiteX2" fmla="*/ 10133 w 10133"/>
                <a:gd name="connsiteY2" fmla="*/ 10000 h 10000"/>
                <a:gd name="connsiteX3" fmla="*/ 0 w 10133"/>
                <a:gd name="connsiteY3" fmla="*/ 5049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33" h="10000">
                  <a:moveTo>
                    <a:pt x="0" y="5049"/>
                  </a:moveTo>
                  <a:cubicBezTo>
                    <a:pt x="784" y="1474"/>
                    <a:pt x="6590" y="59"/>
                    <a:pt x="10133" y="0"/>
                  </a:cubicBezTo>
                  <a:cubicBezTo>
                    <a:pt x="10093" y="1209"/>
                    <a:pt x="10136" y="8759"/>
                    <a:pt x="10133" y="10000"/>
                  </a:cubicBezTo>
                  <a:cubicBezTo>
                    <a:pt x="6434" y="9949"/>
                    <a:pt x="1005" y="8615"/>
                    <a:pt x="0" y="504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6BE3AD73-79E1-42C7-A3CE-F071746B3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1606" y="1999353"/>
              <a:ext cx="3511818" cy="35118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965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Breitbild</PresentationFormat>
  <Paragraphs>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Franklin Gothic Book</vt:lpstr>
      <vt:lpstr>Franklin Gothic Demi</vt:lpstr>
      <vt:lpstr>Franklin Gothic Medium</vt:lpstr>
      <vt:lpstr>Verdana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Thorsten Koch</dc:creator>
  <cp:lastModifiedBy>Thorsten Koch</cp:lastModifiedBy>
  <cp:revision>28</cp:revision>
  <dcterms:created xsi:type="dcterms:W3CDTF">2025-11-02T17:15:59Z</dcterms:created>
  <dcterms:modified xsi:type="dcterms:W3CDTF">2026-02-10T14:30:25Z</dcterms:modified>
</cp:coreProperties>
</file>